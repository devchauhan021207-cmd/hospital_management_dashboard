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3" autoAdjust="0"/>
    <p:restoredTop sz="94660"/>
  </p:normalViewPr>
  <p:slideViewPr>
    <p:cSldViewPr snapToGrid="0">
      <p:cViewPr varScale="1">
        <p:scale>
          <a:sx n="51" d="100"/>
          <a:sy n="51" d="100"/>
        </p:scale>
        <p:origin x="77" y="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EC3A84-8C86-4F9D-A923-B70FC2623C12}" type="doc">
      <dgm:prSet loTypeId="urn:microsoft.com/office/officeart/2008/layout/LinedList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C5A0330-7A8B-48AF-8606-B359F3D90EF3}">
      <dgm:prSet/>
      <dgm:spPr/>
      <dgm:t>
        <a:bodyPr/>
        <a:lstStyle/>
        <a:p>
          <a:r>
            <a:rPr lang="en-IN" b="1"/>
            <a:t>Key KPIs</a:t>
          </a:r>
          <a:endParaRPr lang="en-US"/>
        </a:p>
      </dgm:t>
    </dgm:pt>
    <dgm:pt modelId="{CEFF79E7-EEEE-48EE-A393-07F19FD03635}" type="parTrans" cxnId="{2471D809-FA5B-493A-AAE9-11AD352FE71A}">
      <dgm:prSet/>
      <dgm:spPr/>
      <dgm:t>
        <a:bodyPr/>
        <a:lstStyle/>
        <a:p>
          <a:endParaRPr lang="en-US"/>
        </a:p>
      </dgm:t>
    </dgm:pt>
    <dgm:pt modelId="{4D6DBA05-B89E-46BF-851F-4B725425DE1A}" type="sibTrans" cxnId="{2471D809-FA5B-493A-AAE9-11AD352FE71A}">
      <dgm:prSet/>
      <dgm:spPr/>
      <dgm:t>
        <a:bodyPr/>
        <a:lstStyle/>
        <a:p>
          <a:endParaRPr lang="en-US"/>
        </a:p>
      </dgm:t>
    </dgm:pt>
    <dgm:pt modelId="{9FCCF008-3281-455A-9CFF-CEF49FB0507B}">
      <dgm:prSet/>
      <dgm:spPr/>
      <dgm:t>
        <a:bodyPr/>
        <a:lstStyle/>
        <a:p>
          <a:r>
            <a:rPr lang="en-IN"/>
            <a:t>Total Patients: </a:t>
          </a:r>
          <a:r>
            <a:rPr lang="en-IN" b="1"/>
            <a:t>50</a:t>
          </a:r>
          <a:r>
            <a:rPr lang="en-IN"/>
            <a:t> </a:t>
          </a:r>
          <a:endParaRPr lang="en-US"/>
        </a:p>
      </dgm:t>
    </dgm:pt>
    <dgm:pt modelId="{5C3889E3-3DC6-4776-AC47-5011234C1149}" type="parTrans" cxnId="{326090E9-6C73-47BD-88EE-A5882461AC25}">
      <dgm:prSet/>
      <dgm:spPr/>
      <dgm:t>
        <a:bodyPr/>
        <a:lstStyle/>
        <a:p>
          <a:endParaRPr lang="en-US"/>
        </a:p>
      </dgm:t>
    </dgm:pt>
    <dgm:pt modelId="{91C2D046-E61D-4AAB-91BF-627011BD487C}" type="sibTrans" cxnId="{326090E9-6C73-47BD-88EE-A5882461AC25}">
      <dgm:prSet/>
      <dgm:spPr/>
      <dgm:t>
        <a:bodyPr/>
        <a:lstStyle/>
        <a:p>
          <a:endParaRPr lang="en-US"/>
        </a:p>
      </dgm:t>
    </dgm:pt>
    <dgm:pt modelId="{CF332B4D-B86E-4CBE-AB22-20E64233F454}">
      <dgm:prSet/>
      <dgm:spPr/>
      <dgm:t>
        <a:bodyPr/>
        <a:lstStyle/>
        <a:p>
          <a:r>
            <a:rPr lang="en-IN"/>
            <a:t>Total Doctors: </a:t>
          </a:r>
          <a:r>
            <a:rPr lang="en-IN" b="1"/>
            <a:t>10</a:t>
          </a:r>
          <a:r>
            <a:rPr lang="en-IN"/>
            <a:t> </a:t>
          </a:r>
          <a:endParaRPr lang="en-US"/>
        </a:p>
      </dgm:t>
    </dgm:pt>
    <dgm:pt modelId="{F206CDDE-512C-4223-A66C-06C178AF2218}" type="parTrans" cxnId="{CFA32AB3-9B82-4BED-B76D-B522C5296B15}">
      <dgm:prSet/>
      <dgm:spPr/>
      <dgm:t>
        <a:bodyPr/>
        <a:lstStyle/>
        <a:p>
          <a:endParaRPr lang="en-US"/>
        </a:p>
      </dgm:t>
    </dgm:pt>
    <dgm:pt modelId="{F02C671F-50E8-46E7-B664-D13223E25D1E}" type="sibTrans" cxnId="{CFA32AB3-9B82-4BED-B76D-B522C5296B15}">
      <dgm:prSet/>
      <dgm:spPr/>
      <dgm:t>
        <a:bodyPr/>
        <a:lstStyle/>
        <a:p>
          <a:endParaRPr lang="en-US"/>
        </a:p>
      </dgm:t>
    </dgm:pt>
    <dgm:pt modelId="{B487D052-1FC6-439C-9FD4-779082744D88}">
      <dgm:prSet/>
      <dgm:spPr/>
      <dgm:t>
        <a:bodyPr/>
        <a:lstStyle/>
        <a:p>
          <a:r>
            <a:rPr lang="en-IN"/>
            <a:t>Total Appointments: </a:t>
          </a:r>
          <a:r>
            <a:rPr lang="en-IN" b="1"/>
            <a:t>200</a:t>
          </a:r>
          <a:r>
            <a:rPr lang="en-IN"/>
            <a:t> </a:t>
          </a:r>
          <a:endParaRPr lang="en-US"/>
        </a:p>
      </dgm:t>
    </dgm:pt>
    <dgm:pt modelId="{72B8BFD3-1613-4D2D-ABD0-EA71A1A032C6}" type="parTrans" cxnId="{AFC66EA8-34F5-47D8-A14D-B9BF6E8286ED}">
      <dgm:prSet/>
      <dgm:spPr/>
      <dgm:t>
        <a:bodyPr/>
        <a:lstStyle/>
        <a:p>
          <a:endParaRPr lang="en-US"/>
        </a:p>
      </dgm:t>
    </dgm:pt>
    <dgm:pt modelId="{79A399CD-FB8B-441B-8968-280CD21D62D0}" type="sibTrans" cxnId="{AFC66EA8-34F5-47D8-A14D-B9BF6E8286ED}">
      <dgm:prSet/>
      <dgm:spPr/>
      <dgm:t>
        <a:bodyPr/>
        <a:lstStyle/>
        <a:p>
          <a:endParaRPr lang="en-US"/>
        </a:p>
      </dgm:t>
    </dgm:pt>
    <dgm:pt modelId="{2F617731-0DD9-459E-A8D0-ECEE77C86175}">
      <dgm:prSet/>
      <dgm:spPr/>
      <dgm:t>
        <a:bodyPr/>
        <a:lstStyle/>
        <a:p>
          <a:r>
            <a:rPr lang="en-IN" dirty="0"/>
            <a:t>Total Revenue: </a:t>
          </a:r>
          <a:r>
            <a:rPr lang="en-IN" b="1" dirty="0"/>
            <a:t>₹551K</a:t>
          </a:r>
          <a:r>
            <a:rPr lang="en-IN" dirty="0"/>
            <a:t> </a:t>
          </a:r>
          <a:endParaRPr lang="en-US" dirty="0"/>
        </a:p>
      </dgm:t>
    </dgm:pt>
    <dgm:pt modelId="{E2BA295C-1720-4BF5-9609-7D6554DD320A}" type="parTrans" cxnId="{D94B2EC9-C178-454C-A373-B8885E5A77C8}">
      <dgm:prSet/>
      <dgm:spPr/>
      <dgm:t>
        <a:bodyPr/>
        <a:lstStyle/>
        <a:p>
          <a:endParaRPr lang="en-US"/>
        </a:p>
      </dgm:t>
    </dgm:pt>
    <dgm:pt modelId="{64CFA387-C779-4C2C-A3DC-08D216A449F8}" type="sibTrans" cxnId="{D94B2EC9-C178-454C-A373-B8885E5A77C8}">
      <dgm:prSet/>
      <dgm:spPr/>
      <dgm:t>
        <a:bodyPr/>
        <a:lstStyle/>
        <a:p>
          <a:endParaRPr lang="en-US"/>
        </a:p>
      </dgm:t>
    </dgm:pt>
    <dgm:pt modelId="{687C2A11-8F14-49C4-87C6-C8025E33108C}">
      <dgm:prSet/>
      <dgm:spPr/>
      <dgm:t>
        <a:bodyPr/>
        <a:lstStyle/>
        <a:p>
          <a:r>
            <a:rPr lang="en-IN"/>
            <a:t>Average Bill: </a:t>
          </a:r>
          <a:r>
            <a:rPr lang="en-IN" b="1"/>
            <a:t>₹2.76K</a:t>
          </a:r>
          <a:r>
            <a:rPr lang="en-IN"/>
            <a:t> </a:t>
          </a:r>
          <a:endParaRPr lang="en-US"/>
        </a:p>
      </dgm:t>
    </dgm:pt>
    <dgm:pt modelId="{9CF29544-6101-4634-B3CD-E96D16B9A4DF}" type="parTrans" cxnId="{8EFA0A08-EA9C-48CD-8537-6249115557A7}">
      <dgm:prSet/>
      <dgm:spPr/>
      <dgm:t>
        <a:bodyPr/>
        <a:lstStyle/>
        <a:p>
          <a:endParaRPr lang="en-US"/>
        </a:p>
      </dgm:t>
    </dgm:pt>
    <dgm:pt modelId="{3BFC6C0F-4B3A-42BD-AD3F-DD9D2070E0E5}" type="sibTrans" cxnId="{8EFA0A08-EA9C-48CD-8537-6249115557A7}">
      <dgm:prSet/>
      <dgm:spPr/>
      <dgm:t>
        <a:bodyPr/>
        <a:lstStyle/>
        <a:p>
          <a:endParaRPr lang="en-US"/>
        </a:p>
      </dgm:t>
    </dgm:pt>
    <dgm:pt modelId="{84331FAC-EAC9-4158-BC5F-143461029344}">
      <dgm:prSet/>
      <dgm:spPr/>
      <dgm:t>
        <a:bodyPr/>
        <a:lstStyle/>
        <a:p>
          <a:r>
            <a:rPr lang="en-IN"/>
            <a:t>Completion Rate: </a:t>
          </a:r>
          <a:r>
            <a:rPr lang="en-IN" b="1"/>
            <a:t>23%</a:t>
          </a:r>
          <a:r>
            <a:rPr lang="en-IN"/>
            <a:t> </a:t>
          </a:r>
          <a:endParaRPr lang="en-US"/>
        </a:p>
      </dgm:t>
    </dgm:pt>
    <dgm:pt modelId="{85E0D970-7CC5-4E6B-9D42-8273E07CD711}" type="parTrans" cxnId="{732D5D77-4DCF-442F-BE7D-D70AE020D2DB}">
      <dgm:prSet/>
      <dgm:spPr/>
      <dgm:t>
        <a:bodyPr/>
        <a:lstStyle/>
        <a:p>
          <a:endParaRPr lang="en-US"/>
        </a:p>
      </dgm:t>
    </dgm:pt>
    <dgm:pt modelId="{EF01D666-945B-4A2D-8ED0-2ACB14D0BCA7}" type="sibTrans" cxnId="{732D5D77-4DCF-442F-BE7D-D70AE020D2DB}">
      <dgm:prSet/>
      <dgm:spPr/>
      <dgm:t>
        <a:bodyPr/>
        <a:lstStyle/>
        <a:p>
          <a:endParaRPr lang="en-US"/>
        </a:p>
      </dgm:t>
    </dgm:pt>
    <dgm:pt modelId="{EDC949B4-1D56-4897-A8B7-52B7290916DD}">
      <dgm:prSet/>
      <dgm:spPr/>
      <dgm:t>
        <a:bodyPr/>
        <a:lstStyle/>
        <a:p>
          <a:r>
            <a:rPr lang="en-IN"/>
            <a:t>No-show Rate: </a:t>
          </a:r>
          <a:r>
            <a:rPr lang="en-IN" b="1"/>
            <a:t>26%</a:t>
          </a:r>
          <a:endParaRPr lang="en-US"/>
        </a:p>
      </dgm:t>
    </dgm:pt>
    <dgm:pt modelId="{2761C121-0993-4B3D-9425-B80CABD67D76}" type="parTrans" cxnId="{1B4DEBAD-CE00-4193-BA50-3A8260118AFC}">
      <dgm:prSet/>
      <dgm:spPr/>
      <dgm:t>
        <a:bodyPr/>
        <a:lstStyle/>
        <a:p>
          <a:endParaRPr lang="en-US"/>
        </a:p>
      </dgm:t>
    </dgm:pt>
    <dgm:pt modelId="{CCE41DC6-370B-4276-A0B2-32370501F196}" type="sibTrans" cxnId="{1B4DEBAD-CE00-4193-BA50-3A8260118AFC}">
      <dgm:prSet/>
      <dgm:spPr/>
      <dgm:t>
        <a:bodyPr/>
        <a:lstStyle/>
        <a:p>
          <a:endParaRPr lang="en-US"/>
        </a:p>
      </dgm:t>
    </dgm:pt>
    <dgm:pt modelId="{83595E1E-E847-4A23-A47A-7717E3AAC0B5}" type="pres">
      <dgm:prSet presAssocID="{87EC3A84-8C86-4F9D-A923-B70FC2623C12}" presName="vert0" presStyleCnt="0">
        <dgm:presLayoutVars>
          <dgm:dir/>
          <dgm:animOne val="branch"/>
          <dgm:animLvl val="lvl"/>
        </dgm:presLayoutVars>
      </dgm:prSet>
      <dgm:spPr/>
    </dgm:pt>
    <dgm:pt modelId="{F951E804-34AA-4810-8420-093DF09EB5F5}" type="pres">
      <dgm:prSet presAssocID="{0C5A0330-7A8B-48AF-8606-B359F3D90EF3}" presName="thickLine" presStyleLbl="alignNode1" presStyleIdx="0" presStyleCnt="8"/>
      <dgm:spPr/>
    </dgm:pt>
    <dgm:pt modelId="{3870334B-11C7-43C4-ADE3-CFBF7654427C}" type="pres">
      <dgm:prSet presAssocID="{0C5A0330-7A8B-48AF-8606-B359F3D90EF3}" presName="horz1" presStyleCnt="0"/>
      <dgm:spPr/>
    </dgm:pt>
    <dgm:pt modelId="{4703FCEE-2BF0-4C4A-8283-2E9ED241DF95}" type="pres">
      <dgm:prSet presAssocID="{0C5A0330-7A8B-48AF-8606-B359F3D90EF3}" presName="tx1" presStyleLbl="revTx" presStyleIdx="0" presStyleCnt="8"/>
      <dgm:spPr/>
    </dgm:pt>
    <dgm:pt modelId="{C3A677E7-ACC1-4B0A-B7BA-634113A088FB}" type="pres">
      <dgm:prSet presAssocID="{0C5A0330-7A8B-48AF-8606-B359F3D90EF3}" presName="vert1" presStyleCnt="0"/>
      <dgm:spPr/>
    </dgm:pt>
    <dgm:pt modelId="{5E42FE15-DF0A-4978-81D8-3061609FA76C}" type="pres">
      <dgm:prSet presAssocID="{9FCCF008-3281-455A-9CFF-CEF49FB0507B}" presName="thickLine" presStyleLbl="alignNode1" presStyleIdx="1" presStyleCnt="8"/>
      <dgm:spPr/>
    </dgm:pt>
    <dgm:pt modelId="{4CEE76C8-2A7E-473B-B032-4A5CE4616936}" type="pres">
      <dgm:prSet presAssocID="{9FCCF008-3281-455A-9CFF-CEF49FB0507B}" presName="horz1" presStyleCnt="0"/>
      <dgm:spPr/>
    </dgm:pt>
    <dgm:pt modelId="{4F2A0D9B-462A-4099-B159-C1B2322A551C}" type="pres">
      <dgm:prSet presAssocID="{9FCCF008-3281-455A-9CFF-CEF49FB0507B}" presName="tx1" presStyleLbl="revTx" presStyleIdx="1" presStyleCnt="8"/>
      <dgm:spPr/>
    </dgm:pt>
    <dgm:pt modelId="{14E70F23-B7AC-489D-BF10-9A030A6426D6}" type="pres">
      <dgm:prSet presAssocID="{9FCCF008-3281-455A-9CFF-CEF49FB0507B}" presName="vert1" presStyleCnt="0"/>
      <dgm:spPr/>
    </dgm:pt>
    <dgm:pt modelId="{B3061E85-0500-4DBE-8E18-DD7B6B2DAE35}" type="pres">
      <dgm:prSet presAssocID="{CF332B4D-B86E-4CBE-AB22-20E64233F454}" presName="thickLine" presStyleLbl="alignNode1" presStyleIdx="2" presStyleCnt="8"/>
      <dgm:spPr/>
    </dgm:pt>
    <dgm:pt modelId="{A50D584B-532F-43D0-BF3A-75B836EBD604}" type="pres">
      <dgm:prSet presAssocID="{CF332B4D-B86E-4CBE-AB22-20E64233F454}" presName="horz1" presStyleCnt="0"/>
      <dgm:spPr/>
    </dgm:pt>
    <dgm:pt modelId="{B8B9E55A-6425-4A7A-B75D-6D49DA43480C}" type="pres">
      <dgm:prSet presAssocID="{CF332B4D-B86E-4CBE-AB22-20E64233F454}" presName="tx1" presStyleLbl="revTx" presStyleIdx="2" presStyleCnt="8"/>
      <dgm:spPr/>
    </dgm:pt>
    <dgm:pt modelId="{50323F38-061E-4DC7-A799-D2C3B07F840A}" type="pres">
      <dgm:prSet presAssocID="{CF332B4D-B86E-4CBE-AB22-20E64233F454}" presName="vert1" presStyleCnt="0"/>
      <dgm:spPr/>
    </dgm:pt>
    <dgm:pt modelId="{3BE58940-5B58-482C-904F-3FA1434C4BC0}" type="pres">
      <dgm:prSet presAssocID="{B487D052-1FC6-439C-9FD4-779082744D88}" presName="thickLine" presStyleLbl="alignNode1" presStyleIdx="3" presStyleCnt="8"/>
      <dgm:spPr/>
    </dgm:pt>
    <dgm:pt modelId="{9995F50B-86AB-46A8-8994-847A7357E691}" type="pres">
      <dgm:prSet presAssocID="{B487D052-1FC6-439C-9FD4-779082744D88}" presName="horz1" presStyleCnt="0"/>
      <dgm:spPr/>
    </dgm:pt>
    <dgm:pt modelId="{717A4A1A-20F4-4E14-97FC-910E986FA676}" type="pres">
      <dgm:prSet presAssocID="{B487D052-1FC6-439C-9FD4-779082744D88}" presName="tx1" presStyleLbl="revTx" presStyleIdx="3" presStyleCnt="8"/>
      <dgm:spPr/>
    </dgm:pt>
    <dgm:pt modelId="{4DFF3D88-B071-4B74-BF32-05371DA7BD4E}" type="pres">
      <dgm:prSet presAssocID="{B487D052-1FC6-439C-9FD4-779082744D88}" presName="vert1" presStyleCnt="0"/>
      <dgm:spPr/>
    </dgm:pt>
    <dgm:pt modelId="{0570C4E8-4292-4407-8199-F5D92C7E5762}" type="pres">
      <dgm:prSet presAssocID="{2F617731-0DD9-459E-A8D0-ECEE77C86175}" presName="thickLine" presStyleLbl="alignNode1" presStyleIdx="4" presStyleCnt="8"/>
      <dgm:spPr/>
    </dgm:pt>
    <dgm:pt modelId="{6FA1B291-004D-444D-9100-5C0A92281B92}" type="pres">
      <dgm:prSet presAssocID="{2F617731-0DD9-459E-A8D0-ECEE77C86175}" presName="horz1" presStyleCnt="0"/>
      <dgm:spPr/>
    </dgm:pt>
    <dgm:pt modelId="{56B6A918-C095-40F8-8719-9CDEBF8C9288}" type="pres">
      <dgm:prSet presAssocID="{2F617731-0DD9-459E-A8D0-ECEE77C86175}" presName="tx1" presStyleLbl="revTx" presStyleIdx="4" presStyleCnt="8"/>
      <dgm:spPr/>
    </dgm:pt>
    <dgm:pt modelId="{34D5307E-A52D-4DCD-9EC8-ED23BE65DCFC}" type="pres">
      <dgm:prSet presAssocID="{2F617731-0DD9-459E-A8D0-ECEE77C86175}" presName="vert1" presStyleCnt="0"/>
      <dgm:spPr/>
    </dgm:pt>
    <dgm:pt modelId="{CECF0775-AE33-4221-803F-18494D1635D4}" type="pres">
      <dgm:prSet presAssocID="{687C2A11-8F14-49C4-87C6-C8025E33108C}" presName="thickLine" presStyleLbl="alignNode1" presStyleIdx="5" presStyleCnt="8"/>
      <dgm:spPr/>
    </dgm:pt>
    <dgm:pt modelId="{04CBCC39-AC22-4E1F-AFF8-8FEED69E002C}" type="pres">
      <dgm:prSet presAssocID="{687C2A11-8F14-49C4-87C6-C8025E33108C}" presName="horz1" presStyleCnt="0"/>
      <dgm:spPr/>
    </dgm:pt>
    <dgm:pt modelId="{12D812E9-B440-4CD2-AE0A-71AB70DD8EC7}" type="pres">
      <dgm:prSet presAssocID="{687C2A11-8F14-49C4-87C6-C8025E33108C}" presName="tx1" presStyleLbl="revTx" presStyleIdx="5" presStyleCnt="8"/>
      <dgm:spPr/>
    </dgm:pt>
    <dgm:pt modelId="{12894586-6304-45E4-A3B0-62676DD5FA83}" type="pres">
      <dgm:prSet presAssocID="{687C2A11-8F14-49C4-87C6-C8025E33108C}" presName="vert1" presStyleCnt="0"/>
      <dgm:spPr/>
    </dgm:pt>
    <dgm:pt modelId="{CC889F1F-F4D1-45A2-BF4D-F6646FC81778}" type="pres">
      <dgm:prSet presAssocID="{84331FAC-EAC9-4158-BC5F-143461029344}" presName="thickLine" presStyleLbl="alignNode1" presStyleIdx="6" presStyleCnt="8"/>
      <dgm:spPr/>
    </dgm:pt>
    <dgm:pt modelId="{19760A4C-CE93-4F96-BA68-E7C11B369F14}" type="pres">
      <dgm:prSet presAssocID="{84331FAC-EAC9-4158-BC5F-143461029344}" presName="horz1" presStyleCnt="0"/>
      <dgm:spPr/>
    </dgm:pt>
    <dgm:pt modelId="{38384043-7095-49CE-A134-A6750676B32B}" type="pres">
      <dgm:prSet presAssocID="{84331FAC-EAC9-4158-BC5F-143461029344}" presName="tx1" presStyleLbl="revTx" presStyleIdx="6" presStyleCnt="8"/>
      <dgm:spPr/>
    </dgm:pt>
    <dgm:pt modelId="{19B453A7-4CD0-4946-82E0-51F0062939C5}" type="pres">
      <dgm:prSet presAssocID="{84331FAC-EAC9-4158-BC5F-143461029344}" presName="vert1" presStyleCnt="0"/>
      <dgm:spPr/>
    </dgm:pt>
    <dgm:pt modelId="{36F1A481-0C0F-4B62-993D-87DA518FA8AB}" type="pres">
      <dgm:prSet presAssocID="{EDC949B4-1D56-4897-A8B7-52B7290916DD}" presName="thickLine" presStyleLbl="alignNode1" presStyleIdx="7" presStyleCnt="8"/>
      <dgm:spPr/>
    </dgm:pt>
    <dgm:pt modelId="{124452A4-C7D7-4BA1-9643-75B0E902C702}" type="pres">
      <dgm:prSet presAssocID="{EDC949B4-1D56-4897-A8B7-52B7290916DD}" presName="horz1" presStyleCnt="0"/>
      <dgm:spPr/>
    </dgm:pt>
    <dgm:pt modelId="{5AB33586-B3A3-42DC-93CA-9ADD61E1378B}" type="pres">
      <dgm:prSet presAssocID="{EDC949B4-1D56-4897-A8B7-52B7290916DD}" presName="tx1" presStyleLbl="revTx" presStyleIdx="7" presStyleCnt="8"/>
      <dgm:spPr/>
    </dgm:pt>
    <dgm:pt modelId="{2C8FC49D-0A4C-4E50-944B-FD92F66ED0CD}" type="pres">
      <dgm:prSet presAssocID="{EDC949B4-1D56-4897-A8B7-52B7290916DD}" presName="vert1" presStyleCnt="0"/>
      <dgm:spPr/>
    </dgm:pt>
  </dgm:ptLst>
  <dgm:cxnLst>
    <dgm:cxn modelId="{045B4306-C58D-4423-B2AC-B32A28B9F63B}" type="presOf" srcId="{87EC3A84-8C86-4F9D-A923-B70FC2623C12}" destId="{83595E1E-E847-4A23-A47A-7717E3AAC0B5}" srcOrd="0" destOrd="0" presId="urn:microsoft.com/office/officeart/2008/layout/LinedList"/>
    <dgm:cxn modelId="{8EFA0A08-EA9C-48CD-8537-6249115557A7}" srcId="{87EC3A84-8C86-4F9D-A923-B70FC2623C12}" destId="{687C2A11-8F14-49C4-87C6-C8025E33108C}" srcOrd="5" destOrd="0" parTransId="{9CF29544-6101-4634-B3CD-E96D16B9A4DF}" sibTransId="{3BFC6C0F-4B3A-42BD-AD3F-DD9D2070E0E5}"/>
    <dgm:cxn modelId="{2471D809-FA5B-493A-AAE9-11AD352FE71A}" srcId="{87EC3A84-8C86-4F9D-A923-B70FC2623C12}" destId="{0C5A0330-7A8B-48AF-8606-B359F3D90EF3}" srcOrd="0" destOrd="0" parTransId="{CEFF79E7-EEEE-48EE-A393-07F19FD03635}" sibTransId="{4D6DBA05-B89E-46BF-851F-4B725425DE1A}"/>
    <dgm:cxn modelId="{1A0AC131-AF00-4F8B-BAA7-02EFA09B2200}" type="presOf" srcId="{2F617731-0DD9-459E-A8D0-ECEE77C86175}" destId="{56B6A918-C095-40F8-8719-9CDEBF8C9288}" srcOrd="0" destOrd="0" presId="urn:microsoft.com/office/officeart/2008/layout/LinedList"/>
    <dgm:cxn modelId="{2D7AF152-E438-48D3-990F-0EB3DD6473D3}" type="presOf" srcId="{0C5A0330-7A8B-48AF-8606-B359F3D90EF3}" destId="{4703FCEE-2BF0-4C4A-8283-2E9ED241DF95}" srcOrd="0" destOrd="0" presId="urn:microsoft.com/office/officeart/2008/layout/LinedList"/>
    <dgm:cxn modelId="{732D5D77-4DCF-442F-BE7D-D70AE020D2DB}" srcId="{87EC3A84-8C86-4F9D-A923-B70FC2623C12}" destId="{84331FAC-EAC9-4158-BC5F-143461029344}" srcOrd="6" destOrd="0" parTransId="{85E0D970-7CC5-4E6B-9D42-8273E07CD711}" sibTransId="{EF01D666-945B-4A2D-8ED0-2ACB14D0BCA7}"/>
    <dgm:cxn modelId="{8029478A-B0C4-4CD6-8A15-98A564051B2D}" type="presOf" srcId="{EDC949B4-1D56-4897-A8B7-52B7290916DD}" destId="{5AB33586-B3A3-42DC-93CA-9ADD61E1378B}" srcOrd="0" destOrd="0" presId="urn:microsoft.com/office/officeart/2008/layout/LinedList"/>
    <dgm:cxn modelId="{F8A3238C-DCDF-4394-9BB9-DEC1364FC1C6}" type="presOf" srcId="{9FCCF008-3281-455A-9CFF-CEF49FB0507B}" destId="{4F2A0D9B-462A-4099-B159-C1B2322A551C}" srcOrd="0" destOrd="0" presId="urn:microsoft.com/office/officeart/2008/layout/LinedList"/>
    <dgm:cxn modelId="{F3D93D9E-BA40-42FE-9EF8-6BC68467CE37}" type="presOf" srcId="{84331FAC-EAC9-4158-BC5F-143461029344}" destId="{38384043-7095-49CE-A134-A6750676B32B}" srcOrd="0" destOrd="0" presId="urn:microsoft.com/office/officeart/2008/layout/LinedList"/>
    <dgm:cxn modelId="{9EFA1DA5-51B7-4D67-A7A7-FCC1C65BEAB8}" type="presOf" srcId="{687C2A11-8F14-49C4-87C6-C8025E33108C}" destId="{12D812E9-B440-4CD2-AE0A-71AB70DD8EC7}" srcOrd="0" destOrd="0" presId="urn:microsoft.com/office/officeart/2008/layout/LinedList"/>
    <dgm:cxn modelId="{AFC66EA8-34F5-47D8-A14D-B9BF6E8286ED}" srcId="{87EC3A84-8C86-4F9D-A923-B70FC2623C12}" destId="{B487D052-1FC6-439C-9FD4-779082744D88}" srcOrd="3" destOrd="0" parTransId="{72B8BFD3-1613-4D2D-ABD0-EA71A1A032C6}" sibTransId="{79A399CD-FB8B-441B-8968-280CD21D62D0}"/>
    <dgm:cxn modelId="{1B4DEBAD-CE00-4193-BA50-3A8260118AFC}" srcId="{87EC3A84-8C86-4F9D-A923-B70FC2623C12}" destId="{EDC949B4-1D56-4897-A8B7-52B7290916DD}" srcOrd="7" destOrd="0" parTransId="{2761C121-0993-4B3D-9425-B80CABD67D76}" sibTransId="{CCE41DC6-370B-4276-A0B2-32370501F196}"/>
    <dgm:cxn modelId="{CFA32AB3-9B82-4BED-B76D-B522C5296B15}" srcId="{87EC3A84-8C86-4F9D-A923-B70FC2623C12}" destId="{CF332B4D-B86E-4CBE-AB22-20E64233F454}" srcOrd="2" destOrd="0" parTransId="{F206CDDE-512C-4223-A66C-06C178AF2218}" sibTransId="{F02C671F-50E8-46E7-B664-D13223E25D1E}"/>
    <dgm:cxn modelId="{D94B2EC9-C178-454C-A373-B8885E5A77C8}" srcId="{87EC3A84-8C86-4F9D-A923-B70FC2623C12}" destId="{2F617731-0DD9-459E-A8D0-ECEE77C86175}" srcOrd="4" destOrd="0" parTransId="{E2BA295C-1720-4BF5-9609-7D6554DD320A}" sibTransId="{64CFA387-C779-4C2C-A3DC-08D216A449F8}"/>
    <dgm:cxn modelId="{ADB7ABCB-89D9-4D91-AF95-DEB0122B36F7}" type="presOf" srcId="{B487D052-1FC6-439C-9FD4-779082744D88}" destId="{717A4A1A-20F4-4E14-97FC-910E986FA676}" srcOrd="0" destOrd="0" presId="urn:microsoft.com/office/officeart/2008/layout/LinedList"/>
    <dgm:cxn modelId="{163A45D9-1759-4000-B4A5-20C0139FA8CE}" type="presOf" srcId="{CF332B4D-B86E-4CBE-AB22-20E64233F454}" destId="{B8B9E55A-6425-4A7A-B75D-6D49DA43480C}" srcOrd="0" destOrd="0" presId="urn:microsoft.com/office/officeart/2008/layout/LinedList"/>
    <dgm:cxn modelId="{326090E9-6C73-47BD-88EE-A5882461AC25}" srcId="{87EC3A84-8C86-4F9D-A923-B70FC2623C12}" destId="{9FCCF008-3281-455A-9CFF-CEF49FB0507B}" srcOrd="1" destOrd="0" parTransId="{5C3889E3-3DC6-4776-AC47-5011234C1149}" sibTransId="{91C2D046-E61D-4AAB-91BF-627011BD487C}"/>
    <dgm:cxn modelId="{AEAE2B4C-54EE-4B17-A9BB-A04420A9C46B}" type="presParOf" srcId="{83595E1E-E847-4A23-A47A-7717E3AAC0B5}" destId="{F951E804-34AA-4810-8420-093DF09EB5F5}" srcOrd="0" destOrd="0" presId="urn:microsoft.com/office/officeart/2008/layout/LinedList"/>
    <dgm:cxn modelId="{B0E31AFE-05B3-47AC-906C-0F0FC51EDD33}" type="presParOf" srcId="{83595E1E-E847-4A23-A47A-7717E3AAC0B5}" destId="{3870334B-11C7-43C4-ADE3-CFBF7654427C}" srcOrd="1" destOrd="0" presId="urn:microsoft.com/office/officeart/2008/layout/LinedList"/>
    <dgm:cxn modelId="{5FD24AD5-FDD6-4766-946B-E1623180BE87}" type="presParOf" srcId="{3870334B-11C7-43C4-ADE3-CFBF7654427C}" destId="{4703FCEE-2BF0-4C4A-8283-2E9ED241DF95}" srcOrd="0" destOrd="0" presId="urn:microsoft.com/office/officeart/2008/layout/LinedList"/>
    <dgm:cxn modelId="{767CD059-F72C-4A2C-9903-40F61EEDDF80}" type="presParOf" srcId="{3870334B-11C7-43C4-ADE3-CFBF7654427C}" destId="{C3A677E7-ACC1-4B0A-B7BA-634113A088FB}" srcOrd="1" destOrd="0" presId="urn:microsoft.com/office/officeart/2008/layout/LinedList"/>
    <dgm:cxn modelId="{B7854D6A-BE3A-4DC1-8C25-25D88CB682CD}" type="presParOf" srcId="{83595E1E-E847-4A23-A47A-7717E3AAC0B5}" destId="{5E42FE15-DF0A-4978-81D8-3061609FA76C}" srcOrd="2" destOrd="0" presId="urn:microsoft.com/office/officeart/2008/layout/LinedList"/>
    <dgm:cxn modelId="{A844AE74-2455-4935-8C32-0EB0A07224DB}" type="presParOf" srcId="{83595E1E-E847-4A23-A47A-7717E3AAC0B5}" destId="{4CEE76C8-2A7E-473B-B032-4A5CE4616936}" srcOrd="3" destOrd="0" presId="urn:microsoft.com/office/officeart/2008/layout/LinedList"/>
    <dgm:cxn modelId="{6295D856-7A68-4154-8C98-8568DB933D77}" type="presParOf" srcId="{4CEE76C8-2A7E-473B-B032-4A5CE4616936}" destId="{4F2A0D9B-462A-4099-B159-C1B2322A551C}" srcOrd="0" destOrd="0" presId="urn:microsoft.com/office/officeart/2008/layout/LinedList"/>
    <dgm:cxn modelId="{726CBD1C-8FEF-40CA-ADDB-55E252AB3E9B}" type="presParOf" srcId="{4CEE76C8-2A7E-473B-B032-4A5CE4616936}" destId="{14E70F23-B7AC-489D-BF10-9A030A6426D6}" srcOrd="1" destOrd="0" presId="urn:microsoft.com/office/officeart/2008/layout/LinedList"/>
    <dgm:cxn modelId="{6417A2CA-8AE0-4FBD-A0E3-0E83C10AD08D}" type="presParOf" srcId="{83595E1E-E847-4A23-A47A-7717E3AAC0B5}" destId="{B3061E85-0500-4DBE-8E18-DD7B6B2DAE35}" srcOrd="4" destOrd="0" presId="urn:microsoft.com/office/officeart/2008/layout/LinedList"/>
    <dgm:cxn modelId="{F056203A-D515-44C0-90F4-872121025682}" type="presParOf" srcId="{83595E1E-E847-4A23-A47A-7717E3AAC0B5}" destId="{A50D584B-532F-43D0-BF3A-75B836EBD604}" srcOrd="5" destOrd="0" presId="urn:microsoft.com/office/officeart/2008/layout/LinedList"/>
    <dgm:cxn modelId="{25612BE2-4234-4F48-B8B6-6A5147D2C33D}" type="presParOf" srcId="{A50D584B-532F-43D0-BF3A-75B836EBD604}" destId="{B8B9E55A-6425-4A7A-B75D-6D49DA43480C}" srcOrd="0" destOrd="0" presId="urn:microsoft.com/office/officeart/2008/layout/LinedList"/>
    <dgm:cxn modelId="{CBF8DD13-4237-4043-80CC-32327AC2730E}" type="presParOf" srcId="{A50D584B-532F-43D0-BF3A-75B836EBD604}" destId="{50323F38-061E-4DC7-A799-D2C3B07F840A}" srcOrd="1" destOrd="0" presId="urn:microsoft.com/office/officeart/2008/layout/LinedList"/>
    <dgm:cxn modelId="{B26B24E3-E38F-48E0-82B0-CFD887EA7B10}" type="presParOf" srcId="{83595E1E-E847-4A23-A47A-7717E3AAC0B5}" destId="{3BE58940-5B58-482C-904F-3FA1434C4BC0}" srcOrd="6" destOrd="0" presId="urn:microsoft.com/office/officeart/2008/layout/LinedList"/>
    <dgm:cxn modelId="{06409D06-131C-436F-93E1-35D0154EB986}" type="presParOf" srcId="{83595E1E-E847-4A23-A47A-7717E3AAC0B5}" destId="{9995F50B-86AB-46A8-8994-847A7357E691}" srcOrd="7" destOrd="0" presId="urn:microsoft.com/office/officeart/2008/layout/LinedList"/>
    <dgm:cxn modelId="{6C0022FE-3CF1-458E-A600-821EE6A87CC9}" type="presParOf" srcId="{9995F50B-86AB-46A8-8994-847A7357E691}" destId="{717A4A1A-20F4-4E14-97FC-910E986FA676}" srcOrd="0" destOrd="0" presId="urn:microsoft.com/office/officeart/2008/layout/LinedList"/>
    <dgm:cxn modelId="{9FDB6BFC-8F99-4D25-A08F-55788CE94D06}" type="presParOf" srcId="{9995F50B-86AB-46A8-8994-847A7357E691}" destId="{4DFF3D88-B071-4B74-BF32-05371DA7BD4E}" srcOrd="1" destOrd="0" presId="urn:microsoft.com/office/officeart/2008/layout/LinedList"/>
    <dgm:cxn modelId="{E9E8B77E-DDEB-41A4-A5E7-D57E4BBFE93E}" type="presParOf" srcId="{83595E1E-E847-4A23-A47A-7717E3AAC0B5}" destId="{0570C4E8-4292-4407-8199-F5D92C7E5762}" srcOrd="8" destOrd="0" presId="urn:microsoft.com/office/officeart/2008/layout/LinedList"/>
    <dgm:cxn modelId="{5638E75C-D24D-4BDC-B273-F7CBBE7350D9}" type="presParOf" srcId="{83595E1E-E847-4A23-A47A-7717E3AAC0B5}" destId="{6FA1B291-004D-444D-9100-5C0A92281B92}" srcOrd="9" destOrd="0" presId="urn:microsoft.com/office/officeart/2008/layout/LinedList"/>
    <dgm:cxn modelId="{F44F0679-F9D8-49AA-9F03-6C77B0276656}" type="presParOf" srcId="{6FA1B291-004D-444D-9100-5C0A92281B92}" destId="{56B6A918-C095-40F8-8719-9CDEBF8C9288}" srcOrd="0" destOrd="0" presId="urn:microsoft.com/office/officeart/2008/layout/LinedList"/>
    <dgm:cxn modelId="{215112A6-BE8C-4D90-925B-7D26F51ACFDF}" type="presParOf" srcId="{6FA1B291-004D-444D-9100-5C0A92281B92}" destId="{34D5307E-A52D-4DCD-9EC8-ED23BE65DCFC}" srcOrd="1" destOrd="0" presId="urn:microsoft.com/office/officeart/2008/layout/LinedList"/>
    <dgm:cxn modelId="{622773CF-BEF7-47CC-93B3-0C9E13F4F173}" type="presParOf" srcId="{83595E1E-E847-4A23-A47A-7717E3AAC0B5}" destId="{CECF0775-AE33-4221-803F-18494D1635D4}" srcOrd="10" destOrd="0" presId="urn:microsoft.com/office/officeart/2008/layout/LinedList"/>
    <dgm:cxn modelId="{868C1385-CEDE-4526-B2C3-B3114AB72C33}" type="presParOf" srcId="{83595E1E-E847-4A23-A47A-7717E3AAC0B5}" destId="{04CBCC39-AC22-4E1F-AFF8-8FEED69E002C}" srcOrd="11" destOrd="0" presId="urn:microsoft.com/office/officeart/2008/layout/LinedList"/>
    <dgm:cxn modelId="{37ECB4EC-604B-4160-9A33-8EEBE2FBC331}" type="presParOf" srcId="{04CBCC39-AC22-4E1F-AFF8-8FEED69E002C}" destId="{12D812E9-B440-4CD2-AE0A-71AB70DD8EC7}" srcOrd="0" destOrd="0" presId="urn:microsoft.com/office/officeart/2008/layout/LinedList"/>
    <dgm:cxn modelId="{0D05B075-36C2-4AF4-ABE0-884D6E7BCAAC}" type="presParOf" srcId="{04CBCC39-AC22-4E1F-AFF8-8FEED69E002C}" destId="{12894586-6304-45E4-A3B0-62676DD5FA83}" srcOrd="1" destOrd="0" presId="urn:microsoft.com/office/officeart/2008/layout/LinedList"/>
    <dgm:cxn modelId="{AA2F7272-0252-48AD-89D3-AFEA06CD8D92}" type="presParOf" srcId="{83595E1E-E847-4A23-A47A-7717E3AAC0B5}" destId="{CC889F1F-F4D1-45A2-BF4D-F6646FC81778}" srcOrd="12" destOrd="0" presId="urn:microsoft.com/office/officeart/2008/layout/LinedList"/>
    <dgm:cxn modelId="{3C1B21F2-1F1B-440F-A090-A6C32AD77353}" type="presParOf" srcId="{83595E1E-E847-4A23-A47A-7717E3AAC0B5}" destId="{19760A4C-CE93-4F96-BA68-E7C11B369F14}" srcOrd="13" destOrd="0" presId="urn:microsoft.com/office/officeart/2008/layout/LinedList"/>
    <dgm:cxn modelId="{09812B19-9AF6-44B5-ABF9-7A1E8CF51944}" type="presParOf" srcId="{19760A4C-CE93-4F96-BA68-E7C11B369F14}" destId="{38384043-7095-49CE-A134-A6750676B32B}" srcOrd="0" destOrd="0" presId="urn:microsoft.com/office/officeart/2008/layout/LinedList"/>
    <dgm:cxn modelId="{08501F30-2CB2-4C7A-A789-37B086F18D47}" type="presParOf" srcId="{19760A4C-CE93-4F96-BA68-E7C11B369F14}" destId="{19B453A7-4CD0-4946-82E0-51F0062939C5}" srcOrd="1" destOrd="0" presId="urn:microsoft.com/office/officeart/2008/layout/LinedList"/>
    <dgm:cxn modelId="{B45C97BE-9759-47CF-96B2-C7EE73F878FC}" type="presParOf" srcId="{83595E1E-E847-4A23-A47A-7717E3AAC0B5}" destId="{36F1A481-0C0F-4B62-993D-87DA518FA8AB}" srcOrd="14" destOrd="0" presId="urn:microsoft.com/office/officeart/2008/layout/LinedList"/>
    <dgm:cxn modelId="{68B06E73-35CA-49A9-95AC-08CFEAB1C703}" type="presParOf" srcId="{83595E1E-E847-4A23-A47A-7717E3AAC0B5}" destId="{124452A4-C7D7-4BA1-9643-75B0E902C702}" srcOrd="15" destOrd="0" presId="urn:microsoft.com/office/officeart/2008/layout/LinedList"/>
    <dgm:cxn modelId="{1B5B7ED7-90A8-41BD-A590-84C40B232082}" type="presParOf" srcId="{124452A4-C7D7-4BA1-9643-75B0E902C702}" destId="{5AB33586-B3A3-42DC-93CA-9ADD61E1378B}" srcOrd="0" destOrd="0" presId="urn:microsoft.com/office/officeart/2008/layout/LinedList"/>
    <dgm:cxn modelId="{AB0DA87A-9B97-40DA-93F9-01A978A6FF41}" type="presParOf" srcId="{124452A4-C7D7-4BA1-9643-75B0E902C702}" destId="{2C8FC49D-0A4C-4E50-944B-FD92F66ED0C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00D2FD-DD47-483A-953A-CCA6B2258AB5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9767DFC8-7166-43CF-9F27-FB6CB16CC334}">
      <dgm:prSet/>
      <dgm:spPr/>
      <dgm:t>
        <a:bodyPr/>
        <a:lstStyle/>
        <a:p>
          <a:r>
            <a:rPr lang="en-IN" b="1"/>
            <a:t>Insights</a:t>
          </a:r>
          <a:endParaRPr lang="en-US"/>
        </a:p>
      </dgm:t>
    </dgm:pt>
    <dgm:pt modelId="{2EEA7484-8A93-47BF-8262-98EA660755D0}" type="parTrans" cxnId="{37ED1CEB-92C2-45F8-BFBD-BB14A92323A3}">
      <dgm:prSet/>
      <dgm:spPr/>
      <dgm:t>
        <a:bodyPr/>
        <a:lstStyle/>
        <a:p>
          <a:endParaRPr lang="en-US"/>
        </a:p>
      </dgm:t>
    </dgm:pt>
    <dgm:pt modelId="{7813929A-8EB1-4AD4-8EA3-811FB2E350C3}" type="sibTrans" cxnId="{37ED1CEB-92C2-45F8-BFBD-BB14A92323A3}">
      <dgm:prSet/>
      <dgm:spPr/>
      <dgm:t>
        <a:bodyPr/>
        <a:lstStyle/>
        <a:p>
          <a:endParaRPr lang="en-US"/>
        </a:p>
      </dgm:t>
    </dgm:pt>
    <dgm:pt modelId="{51990239-18D2-4CBF-BF3D-F62505B8D744}">
      <dgm:prSet/>
      <dgm:spPr/>
      <dgm:t>
        <a:bodyPr/>
        <a:lstStyle/>
        <a:p>
          <a:r>
            <a:rPr lang="en-IN"/>
            <a:t>Completed appointments account for </a:t>
          </a:r>
          <a:r>
            <a:rPr lang="en-IN" b="1"/>
            <a:t>23%</a:t>
          </a:r>
          <a:r>
            <a:rPr lang="en-IN"/>
            <a:t> of all appointments. </a:t>
          </a:r>
          <a:endParaRPr lang="en-US"/>
        </a:p>
      </dgm:t>
    </dgm:pt>
    <dgm:pt modelId="{8EB08BD8-7FB1-4276-9B42-73E39C05DA71}" type="parTrans" cxnId="{C1DFF175-B884-4EC8-9241-039291089EFB}">
      <dgm:prSet/>
      <dgm:spPr/>
      <dgm:t>
        <a:bodyPr/>
        <a:lstStyle/>
        <a:p>
          <a:endParaRPr lang="en-US"/>
        </a:p>
      </dgm:t>
    </dgm:pt>
    <dgm:pt modelId="{22DA3BAE-A203-430B-995F-07FA86BCD402}" type="sibTrans" cxnId="{C1DFF175-B884-4EC8-9241-039291089EFB}">
      <dgm:prSet/>
      <dgm:spPr/>
      <dgm:t>
        <a:bodyPr/>
        <a:lstStyle/>
        <a:p>
          <a:endParaRPr lang="en-US"/>
        </a:p>
      </dgm:t>
    </dgm:pt>
    <dgm:pt modelId="{999F5FF1-05AF-4FB2-8D50-FFE339CD5637}">
      <dgm:prSet/>
      <dgm:spPr/>
      <dgm:t>
        <a:bodyPr/>
        <a:lstStyle/>
        <a:p>
          <a:r>
            <a:rPr lang="en-IN" dirty="0"/>
            <a:t>No-show appointments contribute significantly to operational inefficiency. </a:t>
          </a:r>
          <a:endParaRPr lang="en-US" dirty="0"/>
        </a:p>
      </dgm:t>
    </dgm:pt>
    <dgm:pt modelId="{10B76C9E-A95B-4983-9968-48C1A0D8FCBF}" type="parTrans" cxnId="{794B7826-C888-4BCB-96AA-D2E3B836817E}">
      <dgm:prSet/>
      <dgm:spPr/>
      <dgm:t>
        <a:bodyPr/>
        <a:lstStyle/>
        <a:p>
          <a:endParaRPr lang="en-US"/>
        </a:p>
      </dgm:t>
    </dgm:pt>
    <dgm:pt modelId="{A638593B-DE8B-440F-81F9-55E46694FF9D}" type="sibTrans" cxnId="{794B7826-C888-4BCB-96AA-D2E3B836817E}">
      <dgm:prSet/>
      <dgm:spPr/>
      <dgm:t>
        <a:bodyPr/>
        <a:lstStyle/>
        <a:p>
          <a:endParaRPr lang="en-US"/>
        </a:p>
      </dgm:t>
    </dgm:pt>
    <dgm:pt modelId="{8C65BA27-DD9B-4FC0-9F7C-3AC94B9ECB0E}">
      <dgm:prSet/>
      <dgm:spPr/>
      <dgm:t>
        <a:bodyPr/>
        <a:lstStyle/>
        <a:p>
          <a:r>
            <a:rPr lang="en-IN"/>
            <a:t>Chemotherapy is the most frequently performed treatment. </a:t>
          </a:r>
          <a:endParaRPr lang="en-US"/>
        </a:p>
      </dgm:t>
    </dgm:pt>
    <dgm:pt modelId="{F79FED7A-C322-4593-A5DE-C2BFA54D75FD}" type="parTrans" cxnId="{91E99F33-FA2B-40F2-81BB-3029864BB071}">
      <dgm:prSet/>
      <dgm:spPr/>
      <dgm:t>
        <a:bodyPr/>
        <a:lstStyle/>
        <a:p>
          <a:endParaRPr lang="en-US"/>
        </a:p>
      </dgm:t>
    </dgm:pt>
    <dgm:pt modelId="{DB759F06-F2A2-4905-BB3B-695DC94CBA9B}" type="sibTrans" cxnId="{91E99F33-FA2B-40F2-81BB-3029864BB071}">
      <dgm:prSet/>
      <dgm:spPr/>
      <dgm:t>
        <a:bodyPr/>
        <a:lstStyle/>
        <a:p>
          <a:endParaRPr lang="en-US"/>
        </a:p>
      </dgm:t>
    </dgm:pt>
    <dgm:pt modelId="{5B8C9502-5A5B-4D3D-8231-10E33522B01A}">
      <dgm:prSet/>
      <dgm:spPr/>
      <dgm:t>
        <a:bodyPr/>
        <a:lstStyle/>
        <a:p>
          <a:r>
            <a:rPr lang="en-IN"/>
            <a:t>Pediatrics receives the highest number of appointments.  </a:t>
          </a:r>
          <a:endParaRPr lang="en-US"/>
        </a:p>
      </dgm:t>
    </dgm:pt>
    <dgm:pt modelId="{9AF1F715-55AC-49A2-9483-6BE468E8DEB8}" type="parTrans" cxnId="{54B80171-5FED-49C4-9851-FB49F6CC3F69}">
      <dgm:prSet/>
      <dgm:spPr/>
      <dgm:t>
        <a:bodyPr/>
        <a:lstStyle/>
        <a:p>
          <a:endParaRPr lang="en-US"/>
        </a:p>
      </dgm:t>
    </dgm:pt>
    <dgm:pt modelId="{C02616C5-2E03-48EF-9D03-EA64FBC4B80C}" type="sibTrans" cxnId="{54B80171-5FED-49C4-9851-FB49F6CC3F69}">
      <dgm:prSet/>
      <dgm:spPr/>
      <dgm:t>
        <a:bodyPr/>
        <a:lstStyle/>
        <a:p>
          <a:endParaRPr lang="en-US"/>
        </a:p>
      </dgm:t>
    </dgm:pt>
    <dgm:pt modelId="{C647AAE8-4FCD-4334-B984-CF6E6471FF49}" type="pres">
      <dgm:prSet presAssocID="{6300D2FD-DD47-483A-953A-CCA6B2258AB5}" presName="linear" presStyleCnt="0">
        <dgm:presLayoutVars>
          <dgm:animLvl val="lvl"/>
          <dgm:resizeHandles val="exact"/>
        </dgm:presLayoutVars>
      </dgm:prSet>
      <dgm:spPr/>
    </dgm:pt>
    <dgm:pt modelId="{CF79AF70-C1A1-4553-9A87-12E20DD3FAA1}" type="pres">
      <dgm:prSet presAssocID="{9767DFC8-7166-43CF-9F27-FB6CB16CC334}" presName="parentText" presStyleLbl="node1" presStyleIdx="0" presStyleCnt="5" custLinFactNeighborX="-147" custLinFactNeighborY="-14828">
        <dgm:presLayoutVars>
          <dgm:chMax val="0"/>
          <dgm:bulletEnabled val="1"/>
        </dgm:presLayoutVars>
      </dgm:prSet>
      <dgm:spPr/>
    </dgm:pt>
    <dgm:pt modelId="{971BAD82-8608-4660-A2AB-A824916C1246}" type="pres">
      <dgm:prSet presAssocID="{7813929A-8EB1-4AD4-8EA3-811FB2E350C3}" presName="spacer" presStyleCnt="0"/>
      <dgm:spPr/>
    </dgm:pt>
    <dgm:pt modelId="{7F16DBC5-B18D-4257-A22F-4633BC3993A9}" type="pres">
      <dgm:prSet presAssocID="{51990239-18D2-4CBF-BF3D-F62505B8D74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B931F36-BAB9-490A-82F5-A18A1BA816F0}" type="pres">
      <dgm:prSet presAssocID="{22DA3BAE-A203-430B-995F-07FA86BCD402}" presName="spacer" presStyleCnt="0"/>
      <dgm:spPr/>
    </dgm:pt>
    <dgm:pt modelId="{61AF4EC1-6A04-4CD9-A323-F134218D6A50}" type="pres">
      <dgm:prSet presAssocID="{999F5FF1-05AF-4FB2-8D50-FFE339CD563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75EEA81-04AC-4396-95BD-BD8353D2B292}" type="pres">
      <dgm:prSet presAssocID="{A638593B-DE8B-440F-81F9-55E46694FF9D}" presName="spacer" presStyleCnt="0"/>
      <dgm:spPr/>
    </dgm:pt>
    <dgm:pt modelId="{F1068747-D7B5-4724-A64C-E9A3224302D1}" type="pres">
      <dgm:prSet presAssocID="{8C65BA27-DD9B-4FC0-9F7C-3AC94B9ECB0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281AC6B-03B3-49F9-BE56-5FAEC921FA06}" type="pres">
      <dgm:prSet presAssocID="{DB759F06-F2A2-4905-BB3B-695DC94CBA9B}" presName="spacer" presStyleCnt="0"/>
      <dgm:spPr/>
    </dgm:pt>
    <dgm:pt modelId="{3D526406-AA91-4F84-8CE8-9099B59D3941}" type="pres">
      <dgm:prSet presAssocID="{5B8C9502-5A5B-4D3D-8231-10E33522B01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94B7826-C888-4BCB-96AA-D2E3B836817E}" srcId="{6300D2FD-DD47-483A-953A-CCA6B2258AB5}" destId="{999F5FF1-05AF-4FB2-8D50-FFE339CD5637}" srcOrd="2" destOrd="0" parTransId="{10B76C9E-A95B-4983-9968-48C1A0D8FCBF}" sibTransId="{A638593B-DE8B-440F-81F9-55E46694FF9D}"/>
    <dgm:cxn modelId="{91E99F33-FA2B-40F2-81BB-3029864BB071}" srcId="{6300D2FD-DD47-483A-953A-CCA6B2258AB5}" destId="{8C65BA27-DD9B-4FC0-9F7C-3AC94B9ECB0E}" srcOrd="3" destOrd="0" parTransId="{F79FED7A-C322-4593-A5DE-C2BFA54D75FD}" sibTransId="{DB759F06-F2A2-4905-BB3B-695DC94CBA9B}"/>
    <dgm:cxn modelId="{72950C3B-CDAD-41B5-BD7F-F79FE3907ECF}" type="presOf" srcId="{51990239-18D2-4CBF-BF3D-F62505B8D744}" destId="{7F16DBC5-B18D-4257-A22F-4633BC3993A9}" srcOrd="0" destOrd="0" presId="urn:microsoft.com/office/officeart/2005/8/layout/vList2"/>
    <dgm:cxn modelId="{54B80171-5FED-49C4-9851-FB49F6CC3F69}" srcId="{6300D2FD-DD47-483A-953A-CCA6B2258AB5}" destId="{5B8C9502-5A5B-4D3D-8231-10E33522B01A}" srcOrd="4" destOrd="0" parTransId="{9AF1F715-55AC-49A2-9483-6BE468E8DEB8}" sibTransId="{C02616C5-2E03-48EF-9D03-EA64FBC4B80C}"/>
    <dgm:cxn modelId="{C1DFF175-B884-4EC8-9241-039291089EFB}" srcId="{6300D2FD-DD47-483A-953A-CCA6B2258AB5}" destId="{51990239-18D2-4CBF-BF3D-F62505B8D744}" srcOrd="1" destOrd="0" parTransId="{8EB08BD8-7FB1-4276-9B42-73E39C05DA71}" sibTransId="{22DA3BAE-A203-430B-995F-07FA86BCD402}"/>
    <dgm:cxn modelId="{935A5790-DB0E-491F-A10D-67B7D8A3C35F}" type="presOf" srcId="{6300D2FD-DD47-483A-953A-CCA6B2258AB5}" destId="{C647AAE8-4FCD-4334-B984-CF6E6471FF49}" srcOrd="0" destOrd="0" presId="urn:microsoft.com/office/officeart/2005/8/layout/vList2"/>
    <dgm:cxn modelId="{C72238B1-5CF4-4076-970C-C4D02675B4B0}" type="presOf" srcId="{9767DFC8-7166-43CF-9F27-FB6CB16CC334}" destId="{CF79AF70-C1A1-4553-9A87-12E20DD3FAA1}" srcOrd="0" destOrd="0" presId="urn:microsoft.com/office/officeart/2005/8/layout/vList2"/>
    <dgm:cxn modelId="{CDBFADB6-5B60-46F7-A516-D1ECBEC2ED75}" type="presOf" srcId="{999F5FF1-05AF-4FB2-8D50-FFE339CD5637}" destId="{61AF4EC1-6A04-4CD9-A323-F134218D6A50}" srcOrd="0" destOrd="0" presId="urn:microsoft.com/office/officeart/2005/8/layout/vList2"/>
    <dgm:cxn modelId="{6972CDCB-DB78-4853-88E8-243994D6BE67}" type="presOf" srcId="{5B8C9502-5A5B-4D3D-8231-10E33522B01A}" destId="{3D526406-AA91-4F84-8CE8-9099B59D3941}" srcOrd="0" destOrd="0" presId="urn:microsoft.com/office/officeart/2005/8/layout/vList2"/>
    <dgm:cxn modelId="{BCCDAFE5-746A-41AF-BAE6-85C0E1E9CA51}" type="presOf" srcId="{8C65BA27-DD9B-4FC0-9F7C-3AC94B9ECB0E}" destId="{F1068747-D7B5-4724-A64C-E9A3224302D1}" srcOrd="0" destOrd="0" presId="urn:microsoft.com/office/officeart/2005/8/layout/vList2"/>
    <dgm:cxn modelId="{37ED1CEB-92C2-45F8-BFBD-BB14A92323A3}" srcId="{6300D2FD-DD47-483A-953A-CCA6B2258AB5}" destId="{9767DFC8-7166-43CF-9F27-FB6CB16CC334}" srcOrd="0" destOrd="0" parTransId="{2EEA7484-8A93-47BF-8262-98EA660755D0}" sibTransId="{7813929A-8EB1-4AD4-8EA3-811FB2E350C3}"/>
    <dgm:cxn modelId="{7958ED02-1DC5-4794-B161-7197F365B28C}" type="presParOf" srcId="{C647AAE8-4FCD-4334-B984-CF6E6471FF49}" destId="{CF79AF70-C1A1-4553-9A87-12E20DD3FAA1}" srcOrd="0" destOrd="0" presId="urn:microsoft.com/office/officeart/2005/8/layout/vList2"/>
    <dgm:cxn modelId="{C70A9E62-8719-40F9-87C0-8A5DA6B20FF6}" type="presParOf" srcId="{C647AAE8-4FCD-4334-B984-CF6E6471FF49}" destId="{971BAD82-8608-4660-A2AB-A824916C1246}" srcOrd="1" destOrd="0" presId="urn:microsoft.com/office/officeart/2005/8/layout/vList2"/>
    <dgm:cxn modelId="{97150318-BB5B-42DC-AD8A-FC1870F8F571}" type="presParOf" srcId="{C647AAE8-4FCD-4334-B984-CF6E6471FF49}" destId="{7F16DBC5-B18D-4257-A22F-4633BC3993A9}" srcOrd="2" destOrd="0" presId="urn:microsoft.com/office/officeart/2005/8/layout/vList2"/>
    <dgm:cxn modelId="{860DC854-CB7A-4A13-A7CE-6DCB2AA57AC9}" type="presParOf" srcId="{C647AAE8-4FCD-4334-B984-CF6E6471FF49}" destId="{AB931F36-BAB9-490A-82F5-A18A1BA816F0}" srcOrd="3" destOrd="0" presId="urn:microsoft.com/office/officeart/2005/8/layout/vList2"/>
    <dgm:cxn modelId="{BD81D949-0A97-46C6-923D-BAEDDADF0AB2}" type="presParOf" srcId="{C647AAE8-4FCD-4334-B984-CF6E6471FF49}" destId="{61AF4EC1-6A04-4CD9-A323-F134218D6A50}" srcOrd="4" destOrd="0" presId="urn:microsoft.com/office/officeart/2005/8/layout/vList2"/>
    <dgm:cxn modelId="{80979FCC-8224-4258-BE8A-0C1160B548A1}" type="presParOf" srcId="{C647AAE8-4FCD-4334-B984-CF6E6471FF49}" destId="{575EEA81-04AC-4396-95BD-BD8353D2B292}" srcOrd="5" destOrd="0" presId="urn:microsoft.com/office/officeart/2005/8/layout/vList2"/>
    <dgm:cxn modelId="{68167E4B-C3AB-4B8D-B2F5-0AE1AAC3470D}" type="presParOf" srcId="{C647AAE8-4FCD-4334-B984-CF6E6471FF49}" destId="{F1068747-D7B5-4724-A64C-E9A3224302D1}" srcOrd="6" destOrd="0" presId="urn:microsoft.com/office/officeart/2005/8/layout/vList2"/>
    <dgm:cxn modelId="{D873D91B-2251-4D60-B8A1-001175FFC333}" type="presParOf" srcId="{C647AAE8-4FCD-4334-B984-CF6E6471FF49}" destId="{E281AC6B-03B3-49F9-BE56-5FAEC921FA06}" srcOrd="7" destOrd="0" presId="urn:microsoft.com/office/officeart/2005/8/layout/vList2"/>
    <dgm:cxn modelId="{D6CDD641-BD3D-4B5B-ABA1-945C5D3223AB}" type="presParOf" srcId="{C647AAE8-4FCD-4334-B984-CF6E6471FF49}" destId="{3D526406-AA91-4F84-8CE8-9099B59D394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6EFE9C-4767-4A89-8158-778FF1E06EA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A2B2D5-2F8C-4408-94DE-CB5139322668}">
      <dgm:prSet/>
      <dgm:spPr/>
      <dgm:t>
        <a:bodyPr/>
        <a:lstStyle/>
        <a:p>
          <a:r>
            <a:rPr lang="en-IN" b="1"/>
            <a:t>Insights</a:t>
          </a:r>
          <a:endParaRPr lang="en-US"/>
        </a:p>
      </dgm:t>
    </dgm:pt>
    <dgm:pt modelId="{1204840F-A99A-4571-B39F-C26A585E2F9D}" type="parTrans" cxnId="{6DFD4058-55AD-4B7D-817C-0866F0B71157}">
      <dgm:prSet/>
      <dgm:spPr/>
      <dgm:t>
        <a:bodyPr/>
        <a:lstStyle/>
        <a:p>
          <a:endParaRPr lang="en-US"/>
        </a:p>
      </dgm:t>
    </dgm:pt>
    <dgm:pt modelId="{2525C09B-CD13-4C30-97F4-4D344E7EEE32}" type="sibTrans" cxnId="{6DFD4058-55AD-4B7D-817C-0866F0B71157}">
      <dgm:prSet/>
      <dgm:spPr/>
      <dgm:t>
        <a:bodyPr/>
        <a:lstStyle/>
        <a:p>
          <a:endParaRPr lang="en-US"/>
        </a:p>
      </dgm:t>
    </dgm:pt>
    <dgm:pt modelId="{F7216204-9344-4BC2-A124-5B5E5ED578F8}">
      <dgm:prSet/>
      <dgm:spPr/>
      <dgm:t>
        <a:bodyPr/>
        <a:lstStyle/>
        <a:p>
          <a:r>
            <a:rPr lang="en-IN"/>
            <a:t>Central Hospital generates the highest revenue. </a:t>
          </a:r>
          <a:endParaRPr lang="en-US"/>
        </a:p>
      </dgm:t>
    </dgm:pt>
    <dgm:pt modelId="{024703F3-E556-4695-836C-D3C6B897096E}" type="parTrans" cxnId="{FD66CDE9-D2AC-4F63-98DB-8E694EAC59FE}">
      <dgm:prSet/>
      <dgm:spPr/>
      <dgm:t>
        <a:bodyPr/>
        <a:lstStyle/>
        <a:p>
          <a:endParaRPr lang="en-US"/>
        </a:p>
      </dgm:t>
    </dgm:pt>
    <dgm:pt modelId="{E584CEF8-9E2E-4D42-8F12-8AA498582282}" type="sibTrans" cxnId="{FD66CDE9-D2AC-4F63-98DB-8E694EAC59FE}">
      <dgm:prSet/>
      <dgm:spPr/>
      <dgm:t>
        <a:bodyPr/>
        <a:lstStyle/>
        <a:p>
          <a:endParaRPr lang="en-US"/>
        </a:p>
      </dgm:t>
    </dgm:pt>
    <dgm:pt modelId="{C1C65019-23DF-4C19-B242-EB6B2644327A}">
      <dgm:prSet/>
      <dgm:spPr/>
      <dgm:t>
        <a:bodyPr/>
        <a:lstStyle/>
        <a:p>
          <a:r>
            <a:rPr lang="en-IN"/>
            <a:t>Credit Card is the most preferred payment method. </a:t>
          </a:r>
          <a:endParaRPr lang="en-US"/>
        </a:p>
      </dgm:t>
    </dgm:pt>
    <dgm:pt modelId="{1BB0603C-2A38-43BA-9CFA-F54D1D68FFD8}" type="parTrans" cxnId="{6D99A993-3B47-4855-B9D7-65FA8446EC16}">
      <dgm:prSet/>
      <dgm:spPr/>
      <dgm:t>
        <a:bodyPr/>
        <a:lstStyle/>
        <a:p>
          <a:endParaRPr lang="en-US"/>
        </a:p>
      </dgm:t>
    </dgm:pt>
    <dgm:pt modelId="{9450EF82-B810-4959-93D3-672A9B79EC3B}" type="sibTrans" cxnId="{6D99A993-3B47-4855-B9D7-65FA8446EC16}">
      <dgm:prSet/>
      <dgm:spPr/>
      <dgm:t>
        <a:bodyPr/>
        <a:lstStyle/>
        <a:p>
          <a:endParaRPr lang="en-US"/>
        </a:p>
      </dgm:t>
    </dgm:pt>
    <dgm:pt modelId="{1B35F770-5818-4F84-8785-2DA749DD0161}">
      <dgm:prSet/>
      <dgm:spPr/>
      <dgm:t>
        <a:bodyPr/>
        <a:lstStyle/>
        <a:p>
          <a:r>
            <a:rPr lang="en-IN"/>
            <a:t>Patient registrations fluctuate across months. </a:t>
          </a:r>
          <a:endParaRPr lang="en-US"/>
        </a:p>
      </dgm:t>
    </dgm:pt>
    <dgm:pt modelId="{8B2A6593-05E5-4771-99FE-4FD0F35E9E2C}" type="parTrans" cxnId="{5DAFFCEE-3235-4C46-A9D5-9343DE4831E3}">
      <dgm:prSet/>
      <dgm:spPr/>
      <dgm:t>
        <a:bodyPr/>
        <a:lstStyle/>
        <a:p>
          <a:endParaRPr lang="en-US"/>
        </a:p>
      </dgm:t>
    </dgm:pt>
    <dgm:pt modelId="{0A0B91AB-18D4-4901-BE40-8513F73E743D}" type="sibTrans" cxnId="{5DAFFCEE-3235-4C46-A9D5-9343DE4831E3}">
      <dgm:prSet/>
      <dgm:spPr/>
      <dgm:t>
        <a:bodyPr/>
        <a:lstStyle/>
        <a:p>
          <a:endParaRPr lang="en-US"/>
        </a:p>
      </dgm:t>
    </dgm:pt>
    <dgm:pt modelId="{EB621ECF-E49F-4E89-B0CA-E475BDC1FDCD}">
      <dgm:prSet/>
      <dgm:spPr/>
      <dgm:t>
        <a:bodyPr/>
        <a:lstStyle/>
        <a:p>
          <a:r>
            <a:rPr lang="en-IN"/>
            <a:t>Revenue shows varying monthly performance. </a:t>
          </a:r>
          <a:endParaRPr lang="en-US"/>
        </a:p>
      </dgm:t>
    </dgm:pt>
    <dgm:pt modelId="{9AE263B6-A179-4728-92C5-7B6DF4D95C0D}" type="parTrans" cxnId="{96F5E407-8E47-4C03-B9F0-566E7DC8E1D9}">
      <dgm:prSet/>
      <dgm:spPr/>
      <dgm:t>
        <a:bodyPr/>
        <a:lstStyle/>
        <a:p>
          <a:endParaRPr lang="en-US"/>
        </a:p>
      </dgm:t>
    </dgm:pt>
    <dgm:pt modelId="{45884F8E-9724-4586-A7F3-62A0E3DB38B4}" type="sibTrans" cxnId="{96F5E407-8E47-4C03-B9F0-566E7DC8E1D9}">
      <dgm:prSet/>
      <dgm:spPr/>
      <dgm:t>
        <a:bodyPr/>
        <a:lstStyle/>
        <a:p>
          <a:endParaRPr lang="en-US"/>
        </a:p>
      </dgm:t>
    </dgm:pt>
    <dgm:pt modelId="{72309F6B-EAA8-43F0-9BEE-5FF4228F33DA}" type="pres">
      <dgm:prSet presAssocID="{466EFE9C-4767-4A89-8158-778FF1E06EA6}" presName="root" presStyleCnt="0">
        <dgm:presLayoutVars>
          <dgm:dir/>
          <dgm:resizeHandles val="exact"/>
        </dgm:presLayoutVars>
      </dgm:prSet>
      <dgm:spPr/>
    </dgm:pt>
    <dgm:pt modelId="{5318963B-FCD0-4011-9E67-843C05FD4F57}" type="pres">
      <dgm:prSet presAssocID="{82A2B2D5-2F8C-4408-94DE-CB5139322668}" presName="compNode" presStyleCnt="0"/>
      <dgm:spPr/>
    </dgm:pt>
    <dgm:pt modelId="{973F4BC9-E936-4DD8-8D83-707A20B11A3F}" type="pres">
      <dgm:prSet presAssocID="{82A2B2D5-2F8C-4408-94DE-CB5139322668}" presName="bgRect" presStyleLbl="bgShp" presStyleIdx="0" presStyleCnt="5"/>
      <dgm:spPr/>
    </dgm:pt>
    <dgm:pt modelId="{6115A096-D527-47B1-87E6-FB1FEFEE0DF6}" type="pres">
      <dgm:prSet presAssocID="{82A2B2D5-2F8C-4408-94DE-CB5139322668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495E91CB-E0A5-492B-9AA4-FD3F96380F16}" type="pres">
      <dgm:prSet presAssocID="{82A2B2D5-2F8C-4408-94DE-CB5139322668}" presName="spaceRect" presStyleCnt="0"/>
      <dgm:spPr/>
    </dgm:pt>
    <dgm:pt modelId="{B045DC01-8038-447B-8C0A-14DB96FD0E36}" type="pres">
      <dgm:prSet presAssocID="{82A2B2D5-2F8C-4408-94DE-CB5139322668}" presName="parTx" presStyleLbl="revTx" presStyleIdx="0" presStyleCnt="5">
        <dgm:presLayoutVars>
          <dgm:chMax val="0"/>
          <dgm:chPref val="0"/>
        </dgm:presLayoutVars>
      </dgm:prSet>
      <dgm:spPr/>
    </dgm:pt>
    <dgm:pt modelId="{53A925EC-4C65-4062-9CEF-72E5A3117223}" type="pres">
      <dgm:prSet presAssocID="{2525C09B-CD13-4C30-97F4-4D344E7EEE32}" presName="sibTrans" presStyleCnt="0"/>
      <dgm:spPr/>
    </dgm:pt>
    <dgm:pt modelId="{D5D2D109-06CE-44DF-9ACC-51F71ADDD31C}" type="pres">
      <dgm:prSet presAssocID="{F7216204-9344-4BC2-A124-5B5E5ED578F8}" presName="compNode" presStyleCnt="0"/>
      <dgm:spPr/>
    </dgm:pt>
    <dgm:pt modelId="{87D81FF9-E9CA-4752-AB3B-EA3917870037}" type="pres">
      <dgm:prSet presAssocID="{F7216204-9344-4BC2-A124-5B5E5ED578F8}" presName="bgRect" presStyleLbl="bgShp" presStyleIdx="1" presStyleCnt="5"/>
      <dgm:spPr/>
    </dgm:pt>
    <dgm:pt modelId="{DC942081-126D-4D70-B27C-EFF0EEF670F1}" type="pres">
      <dgm:prSet presAssocID="{F7216204-9344-4BC2-A124-5B5E5ED578F8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C6102288-1E24-4128-9CB7-E56CFE9EFD79}" type="pres">
      <dgm:prSet presAssocID="{F7216204-9344-4BC2-A124-5B5E5ED578F8}" presName="spaceRect" presStyleCnt="0"/>
      <dgm:spPr/>
    </dgm:pt>
    <dgm:pt modelId="{F56B484A-2DAA-480C-96C6-D13644DA250E}" type="pres">
      <dgm:prSet presAssocID="{F7216204-9344-4BC2-A124-5B5E5ED578F8}" presName="parTx" presStyleLbl="revTx" presStyleIdx="1" presStyleCnt="5">
        <dgm:presLayoutVars>
          <dgm:chMax val="0"/>
          <dgm:chPref val="0"/>
        </dgm:presLayoutVars>
      </dgm:prSet>
      <dgm:spPr/>
    </dgm:pt>
    <dgm:pt modelId="{C70330B6-8A92-4833-B308-3A6E5764CF1C}" type="pres">
      <dgm:prSet presAssocID="{E584CEF8-9E2E-4D42-8F12-8AA498582282}" presName="sibTrans" presStyleCnt="0"/>
      <dgm:spPr/>
    </dgm:pt>
    <dgm:pt modelId="{6C5B5938-02C3-4C87-BA57-037C0B6523EF}" type="pres">
      <dgm:prSet presAssocID="{C1C65019-23DF-4C19-B242-EB6B2644327A}" presName="compNode" presStyleCnt="0"/>
      <dgm:spPr/>
    </dgm:pt>
    <dgm:pt modelId="{00D39D31-14D5-4FD1-8489-528D232F0CB1}" type="pres">
      <dgm:prSet presAssocID="{C1C65019-23DF-4C19-B242-EB6B2644327A}" presName="bgRect" presStyleLbl="bgShp" presStyleIdx="2" presStyleCnt="5"/>
      <dgm:spPr/>
    </dgm:pt>
    <dgm:pt modelId="{C24E4D24-3707-4832-AD8A-D8497B2CA093}" type="pres">
      <dgm:prSet presAssocID="{C1C65019-23DF-4C19-B242-EB6B2644327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347FD697-1615-4AB6-9BF1-5CF01B912E73}" type="pres">
      <dgm:prSet presAssocID="{C1C65019-23DF-4C19-B242-EB6B2644327A}" presName="spaceRect" presStyleCnt="0"/>
      <dgm:spPr/>
    </dgm:pt>
    <dgm:pt modelId="{49793C01-4172-4931-97F2-270F9DB237D7}" type="pres">
      <dgm:prSet presAssocID="{C1C65019-23DF-4C19-B242-EB6B2644327A}" presName="parTx" presStyleLbl="revTx" presStyleIdx="2" presStyleCnt="5">
        <dgm:presLayoutVars>
          <dgm:chMax val="0"/>
          <dgm:chPref val="0"/>
        </dgm:presLayoutVars>
      </dgm:prSet>
      <dgm:spPr/>
    </dgm:pt>
    <dgm:pt modelId="{4C4BED5D-B380-4CEB-B412-A37A0B2400B6}" type="pres">
      <dgm:prSet presAssocID="{9450EF82-B810-4959-93D3-672A9B79EC3B}" presName="sibTrans" presStyleCnt="0"/>
      <dgm:spPr/>
    </dgm:pt>
    <dgm:pt modelId="{6233237B-55DF-4F77-B202-83234536DA82}" type="pres">
      <dgm:prSet presAssocID="{1B35F770-5818-4F84-8785-2DA749DD0161}" presName="compNode" presStyleCnt="0"/>
      <dgm:spPr/>
    </dgm:pt>
    <dgm:pt modelId="{7E8F28A0-F288-4824-822A-71F315ADA5B3}" type="pres">
      <dgm:prSet presAssocID="{1B35F770-5818-4F84-8785-2DA749DD0161}" presName="bgRect" presStyleLbl="bgShp" presStyleIdx="3" presStyleCnt="5"/>
      <dgm:spPr/>
    </dgm:pt>
    <dgm:pt modelId="{C6FF9EEC-F03D-4AF0-BED8-0E6F1E209878}" type="pres">
      <dgm:prSet presAssocID="{1B35F770-5818-4F84-8785-2DA749DD016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4ABC200-6D14-4032-8952-5F2E65B308D3}" type="pres">
      <dgm:prSet presAssocID="{1B35F770-5818-4F84-8785-2DA749DD0161}" presName="spaceRect" presStyleCnt="0"/>
      <dgm:spPr/>
    </dgm:pt>
    <dgm:pt modelId="{38C5204D-3AB7-439B-8BC8-D241CF697F8E}" type="pres">
      <dgm:prSet presAssocID="{1B35F770-5818-4F84-8785-2DA749DD0161}" presName="parTx" presStyleLbl="revTx" presStyleIdx="3" presStyleCnt="5">
        <dgm:presLayoutVars>
          <dgm:chMax val="0"/>
          <dgm:chPref val="0"/>
        </dgm:presLayoutVars>
      </dgm:prSet>
      <dgm:spPr/>
    </dgm:pt>
    <dgm:pt modelId="{D4FF42C4-0FB1-4445-8F3B-C2CE5A9C7359}" type="pres">
      <dgm:prSet presAssocID="{0A0B91AB-18D4-4901-BE40-8513F73E743D}" presName="sibTrans" presStyleCnt="0"/>
      <dgm:spPr/>
    </dgm:pt>
    <dgm:pt modelId="{B5355DEC-AA9F-434C-B89B-49E1399FAE7D}" type="pres">
      <dgm:prSet presAssocID="{EB621ECF-E49F-4E89-B0CA-E475BDC1FDCD}" presName="compNode" presStyleCnt="0"/>
      <dgm:spPr/>
    </dgm:pt>
    <dgm:pt modelId="{E7AC9815-A56D-4ACC-8608-B27974DAC661}" type="pres">
      <dgm:prSet presAssocID="{EB621ECF-E49F-4E89-B0CA-E475BDC1FDCD}" presName="bgRect" presStyleLbl="bgShp" presStyleIdx="4" presStyleCnt="5"/>
      <dgm:spPr/>
    </dgm:pt>
    <dgm:pt modelId="{D5716639-359A-41A1-8EAE-A3135CA4AF72}" type="pres">
      <dgm:prSet presAssocID="{EB621ECF-E49F-4E89-B0CA-E475BDC1FDC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1F452229-D9E9-402D-8E2F-62D038B71448}" type="pres">
      <dgm:prSet presAssocID="{EB621ECF-E49F-4E89-B0CA-E475BDC1FDCD}" presName="spaceRect" presStyleCnt="0"/>
      <dgm:spPr/>
    </dgm:pt>
    <dgm:pt modelId="{BDA5ECBE-9588-42E9-84B7-9E410F77A4DB}" type="pres">
      <dgm:prSet presAssocID="{EB621ECF-E49F-4E89-B0CA-E475BDC1FDC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A7D0702-BFCE-4D52-B79D-0191C31686E7}" type="presOf" srcId="{1B35F770-5818-4F84-8785-2DA749DD0161}" destId="{38C5204D-3AB7-439B-8BC8-D241CF697F8E}" srcOrd="0" destOrd="0" presId="urn:microsoft.com/office/officeart/2018/2/layout/IconVerticalSolidList"/>
    <dgm:cxn modelId="{9280B707-F32D-452E-A189-05A7F150040C}" type="presOf" srcId="{466EFE9C-4767-4A89-8158-778FF1E06EA6}" destId="{72309F6B-EAA8-43F0-9BEE-5FF4228F33DA}" srcOrd="0" destOrd="0" presId="urn:microsoft.com/office/officeart/2018/2/layout/IconVerticalSolidList"/>
    <dgm:cxn modelId="{96F5E407-8E47-4C03-B9F0-566E7DC8E1D9}" srcId="{466EFE9C-4767-4A89-8158-778FF1E06EA6}" destId="{EB621ECF-E49F-4E89-B0CA-E475BDC1FDCD}" srcOrd="4" destOrd="0" parTransId="{9AE263B6-A179-4728-92C5-7B6DF4D95C0D}" sibTransId="{45884F8E-9724-4586-A7F3-62A0E3DB38B4}"/>
    <dgm:cxn modelId="{CF383453-D1C1-4349-89E0-32740F96514B}" type="presOf" srcId="{F7216204-9344-4BC2-A124-5B5E5ED578F8}" destId="{F56B484A-2DAA-480C-96C6-D13644DA250E}" srcOrd="0" destOrd="0" presId="urn:microsoft.com/office/officeart/2018/2/layout/IconVerticalSolidList"/>
    <dgm:cxn modelId="{6DFD4058-55AD-4B7D-817C-0866F0B71157}" srcId="{466EFE9C-4767-4A89-8158-778FF1E06EA6}" destId="{82A2B2D5-2F8C-4408-94DE-CB5139322668}" srcOrd="0" destOrd="0" parTransId="{1204840F-A99A-4571-B39F-C26A585E2F9D}" sibTransId="{2525C09B-CD13-4C30-97F4-4D344E7EEE32}"/>
    <dgm:cxn modelId="{B27D6A80-AD00-4D65-A525-2248A931C278}" type="presOf" srcId="{C1C65019-23DF-4C19-B242-EB6B2644327A}" destId="{49793C01-4172-4931-97F2-270F9DB237D7}" srcOrd="0" destOrd="0" presId="urn:microsoft.com/office/officeart/2018/2/layout/IconVerticalSolidList"/>
    <dgm:cxn modelId="{6D99A993-3B47-4855-B9D7-65FA8446EC16}" srcId="{466EFE9C-4767-4A89-8158-778FF1E06EA6}" destId="{C1C65019-23DF-4C19-B242-EB6B2644327A}" srcOrd="2" destOrd="0" parTransId="{1BB0603C-2A38-43BA-9CFA-F54D1D68FFD8}" sibTransId="{9450EF82-B810-4959-93D3-672A9B79EC3B}"/>
    <dgm:cxn modelId="{AD406EA7-4BAD-47F7-B19E-BB170B60E526}" type="presOf" srcId="{82A2B2D5-2F8C-4408-94DE-CB5139322668}" destId="{B045DC01-8038-447B-8C0A-14DB96FD0E36}" srcOrd="0" destOrd="0" presId="urn:microsoft.com/office/officeart/2018/2/layout/IconVerticalSolidList"/>
    <dgm:cxn modelId="{FD66CDE9-D2AC-4F63-98DB-8E694EAC59FE}" srcId="{466EFE9C-4767-4A89-8158-778FF1E06EA6}" destId="{F7216204-9344-4BC2-A124-5B5E5ED578F8}" srcOrd="1" destOrd="0" parTransId="{024703F3-E556-4695-836C-D3C6B897096E}" sibTransId="{E584CEF8-9E2E-4D42-8F12-8AA498582282}"/>
    <dgm:cxn modelId="{5DAFFCEE-3235-4C46-A9D5-9343DE4831E3}" srcId="{466EFE9C-4767-4A89-8158-778FF1E06EA6}" destId="{1B35F770-5818-4F84-8785-2DA749DD0161}" srcOrd="3" destOrd="0" parTransId="{8B2A6593-05E5-4771-99FE-4FD0F35E9E2C}" sibTransId="{0A0B91AB-18D4-4901-BE40-8513F73E743D}"/>
    <dgm:cxn modelId="{77B916F7-66DA-4805-9425-9A024012ABF5}" type="presOf" srcId="{EB621ECF-E49F-4E89-B0CA-E475BDC1FDCD}" destId="{BDA5ECBE-9588-42E9-84B7-9E410F77A4DB}" srcOrd="0" destOrd="0" presId="urn:microsoft.com/office/officeart/2018/2/layout/IconVerticalSolidList"/>
    <dgm:cxn modelId="{AE34B6FD-2175-4B77-97BA-852B1122AE12}" type="presParOf" srcId="{72309F6B-EAA8-43F0-9BEE-5FF4228F33DA}" destId="{5318963B-FCD0-4011-9E67-843C05FD4F57}" srcOrd="0" destOrd="0" presId="urn:microsoft.com/office/officeart/2018/2/layout/IconVerticalSolidList"/>
    <dgm:cxn modelId="{66D2EAC4-48AC-4194-A1C2-7C69A5979D4F}" type="presParOf" srcId="{5318963B-FCD0-4011-9E67-843C05FD4F57}" destId="{973F4BC9-E936-4DD8-8D83-707A20B11A3F}" srcOrd="0" destOrd="0" presId="urn:microsoft.com/office/officeart/2018/2/layout/IconVerticalSolidList"/>
    <dgm:cxn modelId="{56A1E3EE-16E8-44BE-81F0-3C75595925B2}" type="presParOf" srcId="{5318963B-FCD0-4011-9E67-843C05FD4F57}" destId="{6115A096-D527-47B1-87E6-FB1FEFEE0DF6}" srcOrd="1" destOrd="0" presId="urn:microsoft.com/office/officeart/2018/2/layout/IconVerticalSolidList"/>
    <dgm:cxn modelId="{3E105A68-FDC8-4286-ADCB-4F88EEA18B7D}" type="presParOf" srcId="{5318963B-FCD0-4011-9E67-843C05FD4F57}" destId="{495E91CB-E0A5-492B-9AA4-FD3F96380F16}" srcOrd="2" destOrd="0" presId="urn:microsoft.com/office/officeart/2018/2/layout/IconVerticalSolidList"/>
    <dgm:cxn modelId="{B40D766B-C7F8-4C35-AD71-D84BC5842235}" type="presParOf" srcId="{5318963B-FCD0-4011-9E67-843C05FD4F57}" destId="{B045DC01-8038-447B-8C0A-14DB96FD0E36}" srcOrd="3" destOrd="0" presId="urn:microsoft.com/office/officeart/2018/2/layout/IconVerticalSolidList"/>
    <dgm:cxn modelId="{351A6969-EC42-42AF-A3AB-0A89AEC0A247}" type="presParOf" srcId="{72309F6B-EAA8-43F0-9BEE-5FF4228F33DA}" destId="{53A925EC-4C65-4062-9CEF-72E5A3117223}" srcOrd="1" destOrd="0" presId="urn:microsoft.com/office/officeart/2018/2/layout/IconVerticalSolidList"/>
    <dgm:cxn modelId="{F32977D2-64B3-4880-82B1-341A4CE7C425}" type="presParOf" srcId="{72309F6B-EAA8-43F0-9BEE-5FF4228F33DA}" destId="{D5D2D109-06CE-44DF-9ACC-51F71ADDD31C}" srcOrd="2" destOrd="0" presId="urn:microsoft.com/office/officeart/2018/2/layout/IconVerticalSolidList"/>
    <dgm:cxn modelId="{1D4B9EE1-10A0-482C-9FA2-77B5142F5584}" type="presParOf" srcId="{D5D2D109-06CE-44DF-9ACC-51F71ADDD31C}" destId="{87D81FF9-E9CA-4752-AB3B-EA3917870037}" srcOrd="0" destOrd="0" presId="urn:microsoft.com/office/officeart/2018/2/layout/IconVerticalSolidList"/>
    <dgm:cxn modelId="{6FF58DDE-FC73-4750-8D3A-4DA261676F54}" type="presParOf" srcId="{D5D2D109-06CE-44DF-9ACC-51F71ADDD31C}" destId="{DC942081-126D-4D70-B27C-EFF0EEF670F1}" srcOrd="1" destOrd="0" presId="urn:microsoft.com/office/officeart/2018/2/layout/IconVerticalSolidList"/>
    <dgm:cxn modelId="{068C2CBB-5BB1-4E16-A188-2A47BC1FD0CE}" type="presParOf" srcId="{D5D2D109-06CE-44DF-9ACC-51F71ADDD31C}" destId="{C6102288-1E24-4128-9CB7-E56CFE9EFD79}" srcOrd="2" destOrd="0" presId="urn:microsoft.com/office/officeart/2018/2/layout/IconVerticalSolidList"/>
    <dgm:cxn modelId="{944E2509-7350-47A5-9592-3E075654C7C2}" type="presParOf" srcId="{D5D2D109-06CE-44DF-9ACC-51F71ADDD31C}" destId="{F56B484A-2DAA-480C-96C6-D13644DA250E}" srcOrd="3" destOrd="0" presId="urn:microsoft.com/office/officeart/2018/2/layout/IconVerticalSolidList"/>
    <dgm:cxn modelId="{56C18271-76E2-400D-BB3B-AEDDA3D9C70C}" type="presParOf" srcId="{72309F6B-EAA8-43F0-9BEE-5FF4228F33DA}" destId="{C70330B6-8A92-4833-B308-3A6E5764CF1C}" srcOrd="3" destOrd="0" presId="urn:microsoft.com/office/officeart/2018/2/layout/IconVerticalSolidList"/>
    <dgm:cxn modelId="{86297B1C-59CD-4C63-ACAC-0A0462DDEBB3}" type="presParOf" srcId="{72309F6B-EAA8-43F0-9BEE-5FF4228F33DA}" destId="{6C5B5938-02C3-4C87-BA57-037C0B6523EF}" srcOrd="4" destOrd="0" presId="urn:microsoft.com/office/officeart/2018/2/layout/IconVerticalSolidList"/>
    <dgm:cxn modelId="{7678AAA2-8AC6-4D08-A1A5-F6B7FCFB245B}" type="presParOf" srcId="{6C5B5938-02C3-4C87-BA57-037C0B6523EF}" destId="{00D39D31-14D5-4FD1-8489-528D232F0CB1}" srcOrd="0" destOrd="0" presId="urn:microsoft.com/office/officeart/2018/2/layout/IconVerticalSolidList"/>
    <dgm:cxn modelId="{B62AAF44-074E-470F-9EE4-92A01D808F6D}" type="presParOf" srcId="{6C5B5938-02C3-4C87-BA57-037C0B6523EF}" destId="{C24E4D24-3707-4832-AD8A-D8497B2CA093}" srcOrd="1" destOrd="0" presId="urn:microsoft.com/office/officeart/2018/2/layout/IconVerticalSolidList"/>
    <dgm:cxn modelId="{B53FAA16-9603-4B66-BCEF-6D2E676E173D}" type="presParOf" srcId="{6C5B5938-02C3-4C87-BA57-037C0B6523EF}" destId="{347FD697-1615-4AB6-9BF1-5CF01B912E73}" srcOrd="2" destOrd="0" presId="urn:microsoft.com/office/officeart/2018/2/layout/IconVerticalSolidList"/>
    <dgm:cxn modelId="{00F56B0A-F084-418B-8545-0EEF716044D8}" type="presParOf" srcId="{6C5B5938-02C3-4C87-BA57-037C0B6523EF}" destId="{49793C01-4172-4931-97F2-270F9DB237D7}" srcOrd="3" destOrd="0" presId="urn:microsoft.com/office/officeart/2018/2/layout/IconVerticalSolidList"/>
    <dgm:cxn modelId="{63737E4E-3C2E-4055-9340-1FCAD8560A9F}" type="presParOf" srcId="{72309F6B-EAA8-43F0-9BEE-5FF4228F33DA}" destId="{4C4BED5D-B380-4CEB-B412-A37A0B2400B6}" srcOrd="5" destOrd="0" presId="urn:microsoft.com/office/officeart/2018/2/layout/IconVerticalSolidList"/>
    <dgm:cxn modelId="{2DE52E15-F16E-4AB5-9E45-F791D3F7C609}" type="presParOf" srcId="{72309F6B-EAA8-43F0-9BEE-5FF4228F33DA}" destId="{6233237B-55DF-4F77-B202-83234536DA82}" srcOrd="6" destOrd="0" presId="urn:microsoft.com/office/officeart/2018/2/layout/IconVerticalSolidList"/>
    <dgm:cxn modelId="{C3F3E859-5860-4A89-856C-80D13409AF61}" type="presParOf" srcId="{6233237B-55DF-4F77-B202-83234536DA82}" destId="{7E8F28A0-F288-4824-822A-71F315ADA5B3}" srcOrd="0" destOrd="0" presId="urn:microsoft.com/office/officeart/2018/2/layout/IconVerticalSolidList"/>
    <dgm:cxn modelId="{5FCA5DE2-FA01-4B7C-8A1E-2EE14B9AC4C9}" type="presParOf" srcId="{6233237B-55DF-4F77-B202-83234536DA82}" destId="{C6FF9EEC-F03D-4AF0-BED8-0E6F1E209878}" srcOrd="1" destOrd="0" presId="urn:microsoft.com/office/officeart/2018/2/layout/IconVerticalSolidList"/>
    <dgm:cxn modelId="{DFFE478F-4AE1-4F99-A824-D17DBE6BE2AF}" type="presParOf" srcId="{6233237B-55DF-4F77-B202-83234536DA82}" destId="{34ABC200-6D14-4032-8952-5F2E65B308D3}" srcOrd="2" destOrd="0" presId="urn:microsoft.com/office/officeart/2018/2/layout/IconVerticalSolidList"/>
    <dgm:cxn modelId="{AA568146-2AE3-4A88-A476-0D1823DC2A9B}" type="presParOf" srcId="{6233237B-55DF-4F77-B202-83234536DA82}" destId="{38C5204D-3AB7-439B-8BC8-D241CF697F8E}" srcOrd="3" destOrd="0" presId="urn:microsoft.com/office/officeart/2018/2/layout/IconVerticalSolidList"/>
    <dgm:cxn modelId="{A1C400DC-D483-435D-8D09-8C320DCFC804}" type="presParOf" srcId="{72309F6B-EAA8-43F0-9BEE-5FF4228F33DA}" destId="{D4FF42C4-0FB1-4445-8F3B-C2CE5A9C7359}" srcOrd="7" destOrd="0" presId="urn:microsoft.com/office/officeart/2018/2/layout/IconVerticalSolidList"/>
    <dgm:cxn modelId="{B12DB437-39F2-4243-B9AA-8C9CC3E277CC}" type="presParOf" srcId="{72309F6B-EAA8-43F0-9BEE-5FF4228F33DA}" destId="{B5355DEC-AA9F-434C-B89B-49E1399FAE7D}" srcOrd="8" destOrd="0" presId="urn:microsoft.com/office/officeart/2018/2/layout/IconVerticalSolidList"/>
    <dgm:cxn modelId="{EBEB9BFC-9DF4-47C8-BF08-8CA5A3F3FE7D}" type="presParOf" srcId="{B5355DEC-AA9F-434C-B89B-49E1399FAE7D}" destId="{E7AC9815-A56D-4ACC-8608-B27974DAC661}" srcOrd="0" destOrd="0" presId="urn:microsoft.com/office/officeart/2018/2/layout/IconVerticalSolidList"/>
    <dgm:cxn modelId="{35DD6898-B83A-40C6-80CB-E607A69DD2AE}" type="presParOf" srcId="{B5355DEC-AA9F-434C-B89B-49E1399FAE7D}" destId="{D5716639-359A-41A1-8EAE-A3135CA4AF72}" srcOrd="1" destOrd="0" presId="urn:microsoft.com/office/officeart/2018/2/layout/IconVerticalSolidList"/>
    <dgm:cxn modelId="{B9C75895-B14E-4C65-8157-CFDF97D177FC}" type="presParOf" srcId="{B5355DEC-AA9F-434C-B89B-49E1399FAE7D}" destId="{1F452229-D9E9-402D-8E2F-62D038B71448}" srcOrd="2" destOrd="0" presId="urn:microsoft.com/office/officeart/2018/2/layout/IconVerticalSolidList"/>
    <dgm:cxn modelId="{A171A60F-D978-4287-9426-776A95CDF114}" type="presParOf" srcId="{B5355DEC-AA9F-434C-B89B-49E1399FAE7D}" destId="{BDA5ECBE-9588-42E9-84B7-9E410F77A4D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7DAEFD-672A-4DEB-B74C-C7E42B2C4B3D}" type="doc">
      <dgm:prSet loTypeId="urn:microsoft.com/office/officeart/2008/layout/LinedList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1F2FAAD-9E19-40C4-8036-6513B75EC885}">
      <dgm:prSet/>
      <dgm:spPr/>
      <dgm:t>
        <a:bodyPr/>
        <a:lstStyle/>
        <a:p>
          <a:r>
            <a:rPr lang="en-IN" b="1"/>
            <a:t>Key Findings</a:t>
          </a:r>
          <a:endParaRPr lang="en-US"/>
        </a:p>
      </dgm:t>
    </dgm:pt>
    <dgm:pt modelId="{25D86FAB-F4CF-4139-9BB0-01BB604F9121}" type="parTrans" cxnId="{6E3D0C67-CF90-475A-B0E7-7FBF98D528AD}">
      <dgm:prSet/>
      <dgm:spPr/>
      <dgm:t>
        <a:bodyPr/>
        <a:lstStyle/>
        <a:p>
          <a:endParaRPr lang="en-US"/>
        </a:p>
      </dgm:t>
    </dgm:pt>
    <dgm:pt modelId="{CFB38542-8B74-4974-A694-BA05ECA3DB5B}" type="sibTrans" cxnId="{6E3D0C67-CF90-475A-B0E7-7FBF98D528AD}">
      <dgm:prSet/>
      <dgm:spPr/>
      <dgm:t>
        <a:bodyPr/>
        <a:lstStyle/>
        <a:p>
          <a:endParaRPr lang="en-US"/>
        </a:p>
      </dgm:t>
    </dgm:pt>
    <dgm:pt modelId="{8FFEFF00-E8FE-4A72-B5E2-6DC0CF7025D8}">
      <dgm:prSet/>
      <dgm:spPr/>
      <dgm:t>
        <a:bodyPr/>
        <a:lstStyle/>
        <a:p>
          <a:r>
            <a:rPr lang="en-IN"/>
            <a:t>Monitor and reduce no-show appointments through reminder systems. </a:t>
          </a:r>
          <a:endParaRPr lang="en-US"/>
        </a:p>
      </dgm:t>
    </dgm:pt>
    <dgm:pt modelId="{030ECC23-D11D-4A5C-9233-217147983572}" type="parTrans" cxnId="{AD3E94B0-B458-4F5B-8A61-365CBB3FD4CA}">
      <dgm:prSet/>
      <dgm:spPr/>
      <dgm:t>
        <a:bodyPr/>
        <a:lstStyle/>
        <a:p>
          <a:endParaRPr lang="en-US"/>
        </a:p>
      </dgm:t>
    </dgm:pt>
    <dgm:pt modelId="{99F94225-8BCA-4CDF-929A-1F578DFB98D1}" type="sibTrans" cxnId="{AD3E94B0-B458-4F5B-8A61-365CBB3FD4CA}">
      <dgm:prSet/>
      <dgm:spPr/>
      <dgm:t>
        <a:bodyPr/>
        <a:lstStyle/>
        <a:p>
          <a:endParaRPr lang="en-US"/>
        </a:p>
      </dgm:t>
    </dgm:pt>
    <dgm:pt modelId="{3793105C-FB17-4402-A91E-302DD7738A20}">
      <dgm:prSet/>
      <dgm:spPr/>
      <dgm:t>
        <a:bodyPr/>
        <a:lstStyle/>
        <a:p>
          <a:r>
            <a:rPr lang="en-IN"/>
            <a:t>Allocate resources based on department appointment volume. </a:t>
          </a:r>
          <a:endParaRPr lang="en-US"/>
        </a:p>
      </dgm:t>
    </dgm:pt>
    <dgm:pt modelId="{4AEEB1CA-E036-4725-A563-9FBE8CECE024}" type="parTrans" cxnId="{15BDAC12-0D5B-4EEE-99A1-9BDEA3F98087}">
      <dgm:prSet/>
      <dgm:spPr/>
      <dgm:t>
        <a:bodyPr/>
        <a:lstStyle/>
        <a:p>
          <a:endParaRPr lang="en-US"/>
        </a:p>
      </dgm:t>
    </dgm:pt>
    <dgm:pt modelId="{C75216B0-9FFD-4E53-A53A-E05150B57AA1}" type="sibTrans" cxnId="{15BDAC12-0D5B-4EEE-99A1-9BDEA3F98087}">
      <dgm:prSet/>
      <dgm:spPr/>
      <dgm:t>
        <a:bodyPr/>
        <a:lstStyle/>
        <a:p>
          <a:endParaRPr lang="en-US"/>
        </a:p>
      </dgm:t>
    </dgm:pt>
    <dgm:pt modelId="{86DABF20-A8E1-4E48-BCD8-B66E1188BE2E}">
      <dgm:prSet/>
      <dgm:spPr/>
      <dgm:t>
        <a:bodyPr/>
        <a:lstStyle/>
        <a:p>
          <a:r>
            <a:rPr lang="en-IN"/>
            <a:t>Focus on high-performing hospital branches. </a:t>
          </a:r>
          <a:endParaRPr lang="en-US"/>
        </a:p>
      </dgm:t>
    </dgm:pt>
    <dgm:pt modelId="{B3573283-1B17-4F23-8D9C-61F48534D470}" type="parTrans" cxnId="{3914EDDA-EC84-4E97-B3EE-55617E1D33C4}">
      <dgm:prSet/>
      <dgm:spPr/>
      <dgm:t>
        <a:bodyPr/>
        <a:lstStyle/>
        <a:p>
          <a:endParaRPr lang="en-US"/>
        </a:p>
      </dgm:t>
    </dgm:pt>
    <dgm:pt modelId="{EBFB7EC8-ED12-447D-9AC9-7A39328E0BF7}" type="sibTrans" cxnId="{3914EDDA-EC84-4E97-B3EE-55617E1D33C4}">
      <dgm:prSet/>
      <dgm:spPr/>
      <dgm:t>
        <a:bodyPr/>
        <a:lstStyle/>
        <a:p>
          <a:endParaRPr lang="en-US"/>
        </a:p>
      </dgm:t>
    </dgm:pt>
    <dgm:pt modelId="{EDD44A5F-AAC5-4AA5-BAAD-1E52BC7B3668}">
      <dgm:prSet/>
      <dgm:spPr/>
      <dgm:t>
        <a:bodyPr/>
        <a:lstStyle/>
        <a:p>
          <a:r>
            <a:rPr lang="en-IN"/>
            <a:t>Optimize staffing using appointment trends. </a:t>
          </a:r>
          <a:endParaRPr lang="en-US"/>
        </a:p>
      </dgm:t>
    </dgm:pt>
    <dgm:pt modelId="{E7A84962-C796-4EA8-850B-700DD1838798}" type="parTrans" cxnId="{1EFF4F57-7267-4381-95CA-383B9987407D}">
      <dgm:prSet/>
      <dgm:spPr/>
      <dgm:t>
        <a:bodyPr/>
        <a:lstStyle/>
        <a:p>
          <a:endParaRPr lang="en-US"/>
        </a:p>
      </dgm:t>
    </dgm:pt>
    <dgm:pt modelId="{1CD67C1F-96D6-4235-B817-2F6E5C1187F8}" type="sibTrans" cxnId="{1EFF4F57-7267-4381-95CA-383B9987407D}">
      <dgm:prSet/>
      <dgm:spPr/>
      <dgm:t>
        <a:bodyPr/>
        <a:lstStyle/>
        <a:p>
          <a:endParaRPr lang="en-US"/>
        </a:p>
      </dgm:t>
    </dgm:pt>
    <dgm:pt modelId="{504CA726-A6A7-4C80-8E96-72597CA6CCD3}">
      <dgm:prSet/>
      <dgm:spPr/>
      <dgm:t>
        <a:bodyPr/>
        <a:lstStyle/>
        <a:p>
          <a:r>
            <a:rPr lang="en-IN"/>
            <a:t>Improve revenue tracking through payment method analysis. </a:t>
          </a:r>
          <a:endParaRPr lang="en-US"/>
        </a:p>
      </dgm:t>
    </dgm:pt>
    <dgm:pt modelId="{2A04FE35-1D15-4563-80B6-5BD5A7C8AE8A}" type="parTrans" cxnId="{F5C22BE4-4A64-4DC1-99A1-F9107A64B3CF}">
      <dgm:prSet/>
      <dgm:spPr/>
      <dgm:t>
        <a:bodyPr/>
        <a:lstStyle/>
        <a:p>
          <a:endParaRPr lang="en-US"/>
        </a:p>
      </dgm:t>
    </dgm:pt>
    <dgm:pt modelId="{9B34C480-EBF5-4EBD-986C-065FC096E2F6}" type="sibTrans" cxnId="{F5C22BE4-4A64-4DC1-99A1-F9107A64B3CF}">
      <dgm:prSet/>
      <dgm:spPr/>
      <dgm:t>
        <a:bodyPr/>
        <a:lstStyle/>
        <a:p>
          <a:endParaRPr lang="en-US"/>
        </a:p>
      </dgm:t>
    </dgm:pt>
    <dgm:pt modelId="{3A721ACF-0E8D-4C78-8031-C65BC4B865D6}">
      <dgm:prSet/>
      <dgm:spPr/>
      <dgm:t>
        <a:bodyPr/>
        <a:lstStyle/>
        <a:p>
          <a:r>
            <a:rPr lang="en-IN" b="1"/>
            <a:t>Skills Demonstrated</a:t>
          </a:r>
          <a:endParaRPr lang="en-US"/>
        </a:p>
      </dgm:t>
    </dgm:pt>
    <dgm:pt modelId="{10C889B8-A951-4235-88CB-6D890E20D54D}" type="parTrans" cxnId="{1394A024-FD02-4996-88A2-4C8DF28F990A}">
      <dgm:prSet/>
      <dgm:spPr/>
      <dgm:t>
        <a:bodyPr/>
        <a:lstStyle/>
        <a:p>
          <a:endParaRPr lang="en-US"/>
        </a:p>
      </dgm:t>
    </dgm:pt>
    <dgm:pt modelId="{9BF0A266-06DC-4E1F-A0FC-6DA3DA562E7C}" type="sibTrans" cxnId="{1394A024-FD02-4996-88A2-4C8DF28F990A}">
      <dgm:prSet/>
      <dgm:spPr/>
      <dgm:t>
        <a:bodyPr/>
        <a:lstStyle/>
        <a:p>
          <a:endParaRPr lang="en-US"/>
        </a:p>
      </dgm:t>
    </dgm:pt>
    <dgm:pt modelId="{75604539-B36D-4B45-8FDB-CE81D8B4351F}">
      <dgm:prSet/>
      <dgm:spPr/>
      <dgm:t>
        <a:bodyPr/>
        <a:lstStyle/>
        <a:p>
          <a:r>
            <a:rPr lang="en-IN"/>
            <a:t>Power Query </a:t>
          </a:r>
          <a:endParaRPr lang="en-US"/>
        </a:p>
      </dgm:t>
    </dgm:pt>
    <dgm:pt modelId="{F9F63578-9D80-456A-9DF3-67DE69F16363}" type="parTrans" cxnId="{B7EBB862-7ECE-44D0-A8BB-2F430A4A8BE0}">
      <dgm:prSet/>
      <dgm:spPr/>
      <dgm:t>
        <a:bodyPr/>
        <a:lstStyle/>
        <a:p>
          <a:endParaRPr lang="en-US"/>
        </a:p>
      </dgm:t>
    </dgm:pt>
    <dgm:pt modelId="{25FA7F48-347D-4EBD-AA6A-5403AA5ACFC4}" type="sibTrans" cxnId="{B7EBB862-7ECE-44D0-A8BB-2F430A4A8BE0}">
      <dgm:prSet/>
      <dgm:spPr/>
      <dgm:t>
        <a:bodyPr/>
        <a:lstStyle/>
        <a:p>
          <a:endParaRPr lang="en-US"/>
        </a:p>
      </dgm:t>
    </dgm:pt>
    <dgm:pt modelId="{C2A9DE3E-5362-4D21-8C53-ACC868C04F69}">
      <dgm:prSet/>
      <dgm:spPr/>
      <dgm:t>
        <a:bodyPr/>
        <a:lstStyle/>
        <a:p>
          <a:r>
            <a:rPr lang="en-IN"/>
            <a:t>Data Modelling </a:t>
          </a:r>
          <a:endParaRPr lang="en-US"/>
        </a:p>
      </dgm:t>
    </dgm:pt>
    <dgm:pt modelId="{E588B7CA-A949-4FDE-8432-7D645F5FB764}" type="parTrans" cxnId="{F744BD51-407B-4BC3-B1C4-BEA4805F596B}">
      <dgm:prSet/>
      <dgm:spPr/>
      <dgm:t>
        <a:bodyPr/>
        <a:lstStyle/>
        <a:p>
          <a:endParaRPr lang="en-US"/>
        </a:p>
      </dgm:t>
    </dgm:pt>
    <dgm:pt modelId="{F31200F0-9046-4CAC-80A3-7D48E8C82B2C}" type="sibTrans" cxnId="{F744BD51-407B-4BC3-B1C4-BEA4805F596B}">
      <dgm:prSet/>
      <dgm:spPr/>
      <dgm:t>
        <a:bodyPr/>
        <a:lstStyle/>
        <a:p>
          <a:endParaRPr lang="en-US"/>
        </a:p>
      </dgm:t>
    </dgm:pt>
    <dgm:pt modelId="{2ADB8BD4-D0C7-4C25-8C91-A97C30545921}">
      <dgm:prSet/>
      <dgm:spPr/>
      <dgm:t>
        <a:bodyPr/>
        <a:lstStyle/>
        <a:p>
          <a:r>
            <a:rPr lang="en-IN"/>
            <a:t>DAX Measures </a:t>
          </a:r>
          <a:endParaRPr lang="en-US"/>
        </a:p>
      </dgm:t>
    </dgm:pt>
    <dgm:pt modelId="{8D7EAC57-F88B-4B4F-8A3F-EC745133D2FF}" type="parTrans" cxnId="{C2C0C041-2F9A-43AC-AD1B-7820882649D4}">
      <dgm:prSet/>
      <dgm:spPr/>
      <dgm:t>
        <a:bodyPr/>
        <a:lstStyle/>
        <a:p>
          <a:endParaRPr lang="en-US"/>
        </a:p>
      </dgm:t>
    </dgm:pt>
    <dgm:pt modelId="{812EFFA7-5CE1-44E6-9E57-94EEAADDBBB0}" type="sibTrans" cxnId="{C2C0C041-2F9A-43AC-AD1B-7820882649D4}">
      <dgm:prSet/>
      <dgm:spPr/>
      <dgm:t>
        <a:bodyPr/>
        <a:lstStyle/>
        <a:p>
          <a:endParaRPr lang="en-US"/>
        </a:p>
      </dgm:t>
    </dgm:pt>
    <dgm:pt modelId="{D1A56103-41E5-47AE-AEA0-90ACE064BBCD}">
      <dgm:prSet/>
      <dgm:spPr/>
      <dgm:t>
        <a:bodyPr/>
        <a:lstStyle/>
        <a:p>
          <a:r>
            <a:rPr lang="en-IN"/>
            <a:t>KPI Design </a:t>
          </a:r>
          <a:endParaRPr lang="en-US"/>
        </a:p>
      </dgm:t>
    </dgm:pt>
    <dgm:pt modelId="{D1936998-C306-4948-8513-EA69D1C24FA8}" type="parTrans" cxnId="{E6B33516-610C-40B5-B2F4-78E04DD53B9B}">
      <dgm:prSet/>
      <dgm:spPr/>
      <dgm:t>
        <a:bodyPr/>
        <a:lstStyle/>
        <a:p>
          <a:endParaRPr lang="en-US"/>
        </a:p>
      </dgm:t>
    </dgm:pt>
    <dgm:pt modelId="{3CE0CCF0-2A75-45AE-A503-AE6AA1DC213C}" type="sibTrans" cxnId="{E6B33516-610C-40B5-B2F4-78E04DD53B9B}">
      <dgm:prSet/>
      <dgm:spPr/>
      <dgm:t>
        <a:bodyPr/>
        <a:lstStyle/>
        <a:p>
          <a:endParaRPr lang="en-US"/>
        </a:p>
      </dgm:t>
    </dgm:pt>
    <dgm:pt modelId="{C8575BAD-8338-4470-9CE5-322BD615C409}">
      <dgm:prSet/>
      <dgm:spPr/>
      <dgm:t>
        <a:bodyPr/>
        <a:lstStyle/>
        <a:p>
          <a:r>
            <a:rPr lang="en-IN"/>
            <a:t>Interactive Dashboard Development </a:t>
          </a:r>
          <a:endParaRPr lang="en-US"/>
        </a:p>
      </dgm:t>
    </dgm:pt>
    <dgm:pt modelId="{FAEEB320-F3A2-4D0C-9A95-7F06698DCF94}" type="parTrans" cxnId="{A82409AD-E3F0-48A3-8498-6D85FCE9ED52}">
      <dgm:prSet/>
      <dgm:spPr/>
      <dgm:t>
        <a:bodyPr/>
        <a:lstStyle/>
        <a:p>
          <a:endParaRPr lang="en-US"/>
        </a:p>
      </dgm:t>
    </dgm:pt>
    <dgm:pt modelId="{4F35CBB0-4A4E-4BCA-AA2A-2B72959E18F5}" type="sibTrans" cxnId="{A82409AD-E3F0-48A3-8498-6D85FCE9ED52}">
      <dgm:prSet/>
      <dgm:spPr/>
      <dgm:t>
        <a:bodyPr/>
        <a:lstStyle/>
        <a:p>
          <a:endParaRPr lang="en-US"/>
        </a:p>
      </dgm:t>
    </dgm:pt>
    <dgm:pt modelId="{BD0E064B-8809-4C0B-8CE7-FBD2BC52DB87}">
      <dgm:prSet/>
      <dgm:spPr/>
      <dgm:t>
        <a:bodyPr/>
        <a:lstStyle/>
        <a:p>
          <a:r>
            <a:rPr lang="en-IN"/>
            <a:t>Business Insights</a:t>
          </a:r>
          <a:endParaRPr lang="en-US"/>
        </a:p>
      </dgm:t>
    </dgm:pt>
    <dgm:pt modelId="{2FD6E5D7-36D0-4F8D-A7A8-EA53FBD7BA41}" type="parTrans" cxnId="{6620C03B-A13F-4D0E-99A1-D49220EFEC67}">
      <dgm:prSet/>
      <dgm:spPr/>
      <dgm:t>
        <a:bodyPr/>
        <a:lstStyle/>
        <a:p>
          <a:endParaRPr lang="en-US"/>
        </a:p>
      </dgm:t>
    </dgm:pt>
    <dgm:pt modelId="{0AF29777-D705-412C-B0FC-30582CD0929D}" type="sibTrans" cxnId="{6620C03B-A13F-4D0E-99A1-D49220EFEC67}">
      <dgm:prSet/>
      <dgm:spPr/>
      <dgm:t>
        <a:bodyPr/>
        <a:lstStyle/>
        <a:p>
          <a:endParaRPr lang="en-US"/>
        </a:p>
      </dgm:t>
    </dgm:pt>
    <dgm:pt modelId="{F4E4E3DD-851B-4EAC-A5AA-476844479F14}" type="pres">
      <dgm:prSet presAssocID="{CA7DAEFD-672A-4DEB-B74C-C7E42B2C4B3D}" presName="vert0" presStyleCnt="0">
        <dgm:presLayoutVars>
          <dgm:dir/>
          <dgm:animOne val="branch"/>
          <dgm:animLvl val="lvl"/>
        </dgm:presLayoutVars>
      </dgm:prSet>
      <dgm:spPr/>
    </dgm:pt>
    <dgm:pt modelId="{BDD548A0-DA0B-4BDD-99BB-DE0E3D02131A}" type="pres">
      <dgm:prSet presAssocID="{71F2FAAD-9E19-40C4-8036-6513B75EC885}" presName="thickLine" presStyleLbl="alignNode1" presStyleIdx="0" presStyleCnt="2"/>
      <dgm:spPr/>
    </dgm:pt>
    <dgm:pt modelId="{91225954-9E9F-459D-B341-12EA43E45D01}" type="pres">
      <dgm:prSet presAssocID="{71F2FAAD-9E19-40C4-8036-6513B75EC885}" presName="horz1" presStyleCnt="0"/>
      <dgm:spPr/>
    </dgm:pt>
    <dgm:pt modelId="{CEEA1978-62F4-49FE-AB07-39DCFD4AA030}" type="pres">
      <dgm:prSet presAssocID="{71F2FAAD-9E19-40C4-8036-6513B75EC885}" presName="tx1" presStyleLbl="revTx" presStyleIdx="0" presStyleCnt="13"/>
      <dgm:spPr/>
    </dgm:pt>
    <dgm:pt modelId="{BD579303-C5DA-4404-B074-BD15B389D35E}" type="pres">
      <dgm:prSet presAssocID="{71F2FAAD-9E19-40C4-8036-6513B75EC885}" presName="vert1" presStyleCnt="0"/>
      <dgm:spPr/>
    </dgm:pt>
    <dgm:pt modelId="{5AF1B6D0-DEE5-46EB-AF79-5949F1065EED}" type="pres">
      <dgm:prSet presAssocID="{8FFEFF00-E8FE-4A72-B5E2-6DC0CF7025D8}" presName="vertSpace2a" presStyleCnt="0"/>
      <dgm:spPr/>
    </dgm:pt>
    <dgm:pt modelId="{E149A60F-5932-47BB-AC63-5FBB8ADC82EE}" type="pres">
      <dgm:prSet presAssocID="{8FFEFF00-E8FE-4A72-B5E2-6DC0CF7025D8}" presName="horz2" presStyleCnt="0"/>
      <dgm:spPr/>
    </dgm:pt>
    <dgm:pt modelId="{88E37D53-C132-493F-9DDC-37E73DC23666}" type="pres">
      <dgm:prSet presAssocID="{8FFEFF00-E8FE-4A72-B5E2-6DC0CF7025D8}" presName="horzSpace2" presStyleCnt="0"/>
      <dgm:spPr/>
    </dgm:pt>
    <dgm:pt modelId="{73A4D63B-915F-40C7-8B97-A6BB3FC983A4}" type="pres">
      <dgm:prSet presAssocID="{8FFEFF00-E8FE-4A72-B5E2-6DC0CF7025D8}" presName="tx2" presStyleLbl="revTx" presStyleIdx="1" presStyleCnt="13"/>
      <dgm:spPr/>
    </dgm:pt>
    <dgm:pt modelId="{A7D976DF-808A-4DA1-9CF8-EA900103B035}" type="pres">
      <dgm:prSet presAssocID="{8FFEFF00-E8FE-4A72-B5E2-6DC0CF7025D8}" presName="vert2" presStyleCnt="0"/>
      <dgm:spPr/>
    </dgm:pt>
    <dgm:pt modelId="{46376B2D-9B76-4F43-84FF-20B5E452559D}" type="pres">
      <dgm:prSet presAssocID="{8FFEFF00-E8FE-4A72-B5E2-6DC0CF7025D8}" presName="thinLine2b" presStyleLbl="callout" presStyleIdx="0" presStyleCnt="11"/>
      <dgm:spPr/>
    </dgm:pt>
    <dgm:pt modelId="{5C92AFA8-9531-45C1-B7C8-DD8E974FBD2F}" type="pres">
      <dgm:prSet presAssocID="{8FFEFF00-E8FE-4A72-B5E2-6DC0CF7025D8}" presName="vertSpace2b" presStyleCnt="0"/>
      <dgm:spPr/>
    </dgm:pt>
    <dgm:pt modelId="{16E34550-6E65-4C67-8606-946473C6AE30}" type="pres">
      <dgm:prSet presAssocID="{3793105C-FB17-4402-A91E-302DD7738A20}" presName="horz2" presStyleCnt="0"/>
      <dgm:spPr/>
    </dgm:pt>
    <dgm:pt modelId="{E4B70C33-A3E1-45DE-BA31-C125D2D01282}" type="pres">
      <dgm:prSet presAssocID="{3793105C-FB17-4402-A91E-302DD7738A20}" presName="horzSpace2" presStyleCnt="0"/>
      <dgm:spPr/>
    </dgm:pt>
    <dgm:pt modelId="{09BEBF01-BC63-43C8-B4AA-272C19EC5A37}" type="pres">
      <dgm:prSet presAssocID="{3793105C-FB17-4402-A91E-302DD7738A20}" presName="tx2" presStyleLbl="revTx" presStyleIdx="2" presStyleCnt="13"/>
      <dgm:spPr/>
    </dgm:pt>
    <dgm:pt modelId="{44673B28-4CD3-47C3-A7C9-F2DF29482968}" type="pres">
      <dgm:prSet presAssocID="{3793105C-FB17-4402-A91E-302DD7738A20}" presName="vert2" presStyleCnt="0"/>
      <dgm:spPr/>
    </dgm:pt>
    <dgm:pt modelId="{1E33022E-6B31-464C-A7A0-976CEF66472A}" type="pres">
      <dgm:prSet presAssocID="{3793105C-FB17-4402-A91E-302DD7738A20}" presName="thinLine2b" presStyleLbl="callout" presStyleIdx="1" presStyleCnt="11"/>
      <dgm:spPr/>
    </dgm:pt>
    <dgm:pt modelId="{69C5B57A-5C3B-4296-AF8B-F0DB497DEAD9}" type="pres">
      <dgm:prSet presAssocID="{3793105C-FB17-4402-A91E-302DD7738A20}" presName="vertSpace2b" presStyleCnt="0"/>
      <dgm:spPr/>
    </dgm:pt>
    <dgm:pt modelId="{E17D3C78-DA20-45EA-B065-240134E23F09}" type="pres">
      <dgm:prSet presAssocID="{86DABF20-A8E1-4E48-BCD8-B66E1188BE2E}" presName="horz2" presStyleCnt="0"/>
      <dgm:spPr/>
    </dgm:pt>
    <dgm:pt modelId="{B9A2EB97-29C5-4EF1-974B-AF56C0298EA3}" type="pres">
      <dgm:prSet presAssocID="{86DABF20-A8E1-4E48-BCD8-B66E1188BE2E}" presName="horzSpace2" presStyleCnt="0"/>
      <dgm:spPr/>
    </dgm:pt>
    <dgm:pt modelId="{8D84DDAE-7B86-4329-B886-78FB16CC18AB}" type="pres">
      <dgm:prSet presAssocID="{86DABF20-A8E1-4E48-BCD8-B66E1188BE2E}" presName="tx2" presStyleLbl="revTx" presStyleIdx="3" presStyleCnt="13"/>
      <dgm:spPr/>
    </dgm:pt>
    <dgm:pt modelId="{6413ACE4-5396-43AF-BB55-370C340B034D}" type="pres">
      <dgm:prSet presAssocID="{86DABF20-A8E1-4E48-BCD8-B66E1188BE2E}" presName="vert2" presStyleCnt="0"/>
      <dgm:spPr/>
    </dgm:pt>
    <dgm:pt modelId="{75484D07-C753-4C20-95CA-9F85ED07612F}" type="pres">
      <dgm:prSet presAssocID="{86DABF20-A8E1-4E48-BCD8-B66E1188BE2E}" presName="thinLine2b" presStyleLbl="callout" presStyleIdx="2" presStyleCnt="11"/>
      <dgm:spPr/>
    </dgm:pt>
    <dgm:pt modelId="{79F2CA06-2CC3-4CE5-8EE6-1DC54B3E5224}" type="pres">
      <dgm:prSet presAssocID="{86DABF20-A8E1-4E48-BCD8-B66E1188BE2E}" presName="vertSpace2b" presStyleCnt="0"/>
      <dgm:spPr/>
    </dgm:pt>
    <dgm:pt modelId="{04C45ECD-8C31-45EE-8365-E1E3D4F8F3C4}" type="pres">
      <dgm:prSet presAssocID="{EDD44A5F-AAC5-4AA5-BAAD-1E52BC7B3668}" presName="horz2" presStyleCnt="0"/>
      <dgm:spPr/>
    </dgm:pt>
    <dgm:pt modelId="{686FE4D2-56AE-4F52-AA00-781E988C4055}" type="pres">
      <dgm:prSet presAssocID="{EDD44A5F-AAC5-4AA5-BAAD-1E52BC7B3668}" presName="horzSpace2" presStyleCnt="0"/>
      <dgm:spPr/>
    </dgm:pt>
    <dgm:pt modelId="{547734E5-9E20-4A28-9602-8815C2D57258}" type="pres">
      <dgm:prSet presAssocID="{EDD44A5F-AAC5-4AA5-BAAD-1E52BC7B3668}" presName="tx2" presStyleLbl="revTx" presStyleIdx="4" presStyleCnt="13"/>
      <dgm:spPr/>
    </dgm:pt>
    <dgm:pt modelId="{0FAFED94-7DD2-42E5-A32D-5546858F903D}" type="pres">
      <dgm:prSet presAssocID="{EDD44A5F-AAC5-4AA5-BAAD-1E52BC7B3668}" presName="vert2" presStyleCnt="0"/>
      <dgm:spPr/>
    </dgm:pt>
    <dgm:pt modelId="{013C9B7A-B85D-47A8-A831-BDA9996F6079}" type="pres">
      <dgm:prSet presAssocID="{EDD44A5F-AAC5-4AA5-BAAD-1E52BC7B3668}" presName="thinLine2b" presStyleLbl="callout" presStyleIdx="3" presStyleCnt="11"/>
      <dgm:spPr/>
    </dgm:pt>
    <dgm:pt modelId="{D8F4EA46-DA25-4C80-B222-E7E023B0FF2C}" type="pres">
      <dgm:prSet presAssocID="{EDD44A5F-AAC5-4AA5-BAAD-1E52BC7B3668}" presName="vertSpace2b" presStyleCnt="0"/>
      <dgm:spPr/>
    </dgm:pt>
    <dgm:pt modelId="{4CFAED2D-B254-4F95-A8F8-2CC544012BE5}" type="pres">
      <dgm:prSet presAssocID="{504CA726-A6A7-4C80-8E96-72597CA6CCD3}" presName="horz2" presStyleCnt="0"/>
      <dgm:spPr/>
    </dgm:pt>
    <dgm:pt modelId="{8EBB7CF3-722C-46EE-9D43-410FC688BF45}" type="pres">
      <dgm:prSet presAssocID="{504CA726-A6A7-4C80-8E96-72597CA6CCD3}" presName="horzSpace2" presStyleCnt="0"/>
      <dgm:spPr/>
    </dgm:pt>
    <dgm:pt modelId="{93445EAF-8574-40A1-9515-65315C241D4A}" type="pres">
      <dgm:prSet presAssocID="{504CA726-A6A7-4C80-8E96-72597CA6CCD3}" presName="tx2" presStyleLbl="revTx" presStyleIdx="5" presStyleCnt="13"/>
      <dgm:spPr/>
    </dgm:pt>
    <dgm:pt modelId="{75CD3226-E7B5-4157-AA6A-BB85A661AE86}" type="pres">
      <dgm:prSet presAssocID="{504CA726-A6A7-4C80-8E96-72597CA6CCD3}" presName="vert2" presStyleCnt="0"/>
      <dgm:spPr/>
    </dgm:pt>
    <dgm:pt modelId="{91E5EBC1-1A70-47B5-9719-52AD6CAE4409}" type="pres">
      <dgm:prSet presAssocID="{504CA726-A6A7-4C80-8E96-72597CA6CCD3}" presName="thinLine2b" presStyleLbl="callout" presStyleIdx="4" presStyleCnt="11"/>
      <dgm:spPr/>
    </dgm:pt>
    <dgm:pt modelId="{F9B9C06B-6DFA-4B15-9707-A239AF52E27B}" type="pres">
      <dgm:prSet presAssocID="{504CA726-A6A7-4C80-8E96-72597CA6CCD3}" presName="vertSpace2b" presStyleCnt="0"/>
      <dgm:spPr/>
    </dgm:pt>
    <dgm:pt modelId="{5726E4D0-4056-4D7D-8825-E4D8177DB400}" type="pres">
      <dgm:prSet presAssocID="{3A721ACF-0E8D-4C78-8031-C65BC4B865D6}" presName="thickLine" presStyleLbl="alignNode1" presStyleIdx="1" presStyleCnt="2"/>
      <dgm:spPr/>
    </dgm:pt>
    <dgm:pt modelId="{FEB24D96-951F-4D84-8216-F4E1CCB28E3D}" type="pres">
      <dgm:prSet presAssocID="{3A721ACF-0E8D-4C78-8031-C65BC4B865D6}" presName="horz1" presStyleCnt="0"/>
      <dgm:spPr/>
    </dgm:pt>
    <dgm:pt modelId="{91276E33-308D-4AE4-9974-BE35CC2E1C38}" type="pres">
      <dgm:prSet presAssocID="{3A721ACF-0E8D-4C78-8031-C65BC4B865D6}" presName="tx1" presStyleLbl="revTx" presStyleIdx="6" presStyleCnt="13"/>
      <dgm:spPr/>
    </dgm:pt>
    <dgm:pt modelId="{C3E63211-4BB9-4E50-96FC-57AD75B17C0D}" type="pres">
      <dgm:prSet presAssocID="{3A721ACF-0E8D-4C78-8031-C65BC4B865D6}" presName="vert1" presStyleCnt="0"/>
      <dgm:spPr/>
    </dgm:pt>
    <dgm:pt modelId="{09BFD840-FD28-4DD6-88A4-B7551B11F2BC}" type="pres">
      <dgm:prSet presAssocID="{75604539-B36D-4B45-8FDB-CE81D8B4351F}" presName="vertSpace2a" presStyleCnt="0"/>
      <dgm:spPr/>
    </dgm:pt>
    <dgm:pt modelId="{1E3DE493-BE8D-4FDB-B34A-9FE77F2018B2}" type="pres">
      <dgm:prSet presAssocID="{75604539-B36D-4B45-8FDB-CE81D8B4351F}" presName="horz2" presStyleCnt="0"/>
      <dgm:spPr/>
    </dgm:pt>
    <dgm:pt modelId="{E4BEEEBB-4991-4DB4-B0C9-A033E7A21CF5}" type="pres">
      <dgm:prSet presAssocID="{75604539-B36D-4B45-8FDB-CE81D8B4351F}" presName="horzSpace2" presStyleCnt="0"/>
      <dgm:spPr/>
    </dgm:pt>
    <dgm:pt modelId="{983E97AB-9546-4175-81CB-DEAD8111CD08}" type="pres">
      <dgm:prSet presAssocID="{75604539-B36D-4B45-8FDB-CE81D8B4351F}" presName="tx2" presStyleLbl="revTx" presStyleIdx="7" presStyleCnt="13"/>
      <dgm:spPr/>
    </dgm:pt>
    <dgm:pt modelId="{4F4D8147-E3A8-40BC-8195-490282B77B2D}" type="pres">
      <dgm:prSet presAssocID="{75604539-B36D-4B45-8FDB-CE81D8B4351F}" presName="vert2" presStyleCnt="0"/>
      <dgm:spPr/>
    </dgm:pt>
    <dgm:pt modelId="{B46D6872-2A56-41DC-8813-783243F45CAD}" type="pres">
      <dgm:prSet presAssocID="{75604539-B36D-4B45-8FDB-CE81D8B4351F}" presName="thinLine2b" presStyleLbl="callout" presStyleIdx="5" presStyleCnt="11"/>
      <dgm:spPr/>
    </dgm:pt>
    <dgm:pt modelId="{A0EF46A6-1032-4A44-B68D-FCA9D8568AE7}" type="pres">
      <dgm:prSet presAssocID="{75604539-B36D-4B45-8FDB-CE81D8B4351F}" presName="vertSpace2b" presStyleCnt="0"/>
      <dgm:spPr/>
    </dgm:pt>
    <dgm:pt modelId="{4AB591DD-6A53-423F-8BB0-A3AA042D2736}" type="pres">
      <dgm:prSet presAssocID="{C2A9DE3E-5362-4D21-8C53-ACC868C04F69}" presName="horz2" presStyleCnt="0"/>
      <dgm:spPr/>
    </dgm:pt>
    <dgm:pt modelId="{0784BC5C-0F82-4AA4-B427-CB31959C9B4B}" type="pres">
      <dgm:prSet presAssocID="{C2A9DE3E-5362-4D21-8C53-ACC868C04F69}" presName="horzSpace2" presStyleCnt="0"/>
      <dgm:spPr/>
    </dgm:pt>
    <dgm:pt modelId="{41BF5EB4-511A-422C-8A38-618BDDD4D6B8}" type="pres">
      <dgm:prSet presAssocID="{C2A9DE3E-5362-4D21-8C53-ACC868C04F69}" presName="tx2" presStyleLbl="revTx" presStyleIdx="8" presStyleCnt="13"/>
      <dgm:spPr/>
    </dgm:pt>
    <dgm:pt modelId="{8B24C0C7-1901-4A9E-BA6F-9B0AA9751EB4}" type="pres">
      <dgm:prSet presAssocID="{C2A9DE3E-5362-4D21-8C53-ACC868C04F69}" presName="vert2" presStyleCnt="0"/>
      <dgm:spPr/>
    </dgm:pt>
    <dgm:pt modelId="{15CAF306-2B63-42D0-9076-5035B7F7273E}" type="pres">
      <dgm:prSet presAssocID="{C2A9DE3E-5362-4D21-8C53-ACC868C04F69}" presName="thinLine2b" presStyleLbl="callout" presStyleIdx="6" presStyleCnt="11"/>
      <dgm:spPr/>
    </dgm:pt>
    <dgm:pt modelId="{FEBEC30E-B6C9-4DF5-A868-DAADAC08294B}" type="pres">
      <dgm:prSet presAssocID="{C2A9DE3E-5362-4D21-8C53-ACC868C04F69}" presName="vertSpace2b" presStyleCnt="0"/>
      <dgm:spPr/>
    </dgm:pt>
    <dgm:pt modelId="{E60027B5-BF7B-4AB7-A16C-1AAC3463C422}" type="pres">
      <dgm:prSet presAssocID="{2ADB8BD4-D0C7-4C25-8C91-A97C30545921}" presName="horz2" presStyleCnt="0"/>
      <dgm:spPr/>
    </dgm:pt>
    <dgm:pt modelId="{B30F37C2-CC1C-4092-B0D4-385C3CD4C60E}" type="pres">
      <dgm:prSet presAssocID="{2ADB8BD4-D0C7-4C25-8C91-A97C30545921}" presName="horzSpace2" presStyleCnt="0"/>
      <dgm:spPr/>
    </dgm:pt>
    <dgm:pt modelId="{C4412DAE-AF11-41F4-8749-3820CD6BACEF}" type="pres">
      <dgm:prSet presAssocID="{2ADB8BD4-D0C7-4C25-8C91-A97C30545921}" presName="tx2" presStyleLbl="revTx" presStyleIdx="9" presStyleCnt="13"/>
      <dgm:spPr/>
    </dgm:pt>
    <dgm:pt modelId="{F301E5EC-17F4-48FF-9D89-FE0401F4CDD4}" type="pres">
      <dgm:prSet presAssocID="{2ADB8BD4-D0C7-4C25-8C91-A97C30545921}" presName="vert2" presStyleCnt="0"/>
      <dgm:spPr/>
    </dgm:pt>
    <dgm:pt modelId="{54159875-02E8-4FD9-B645-5E8E165E22A8}" type="pres">
      <dgm:prSet presAssocID="{2ADB8BD4-D0C7-4C25-8C91-A97C30545921}" presName="thinLine2b" presStyleLbl="callout" presStyleIdx="7" presStyleCnt="11"/>
      <dgm:spPr/>
    </dgm:pt>
    <dgm:pt modelId="{45F89431-18E1-4D60-9FE3-62A290CA1861}" type="pres">
      <dgm:prSet presAssocID="{2ADB8BD4-D0C7-4C25-8C91-A97C30545921}" presName="vertSpace2b" presStyleCnt="0"/>
      <dgm:spPr/>
    </dgm:pt>
    <dgm:pt modelId="{D73D5774-1986-48B9-AB56-2B65F380E246}" type="pres">
      <dgm:prSet presAssocID="{D1A56103-41E5-47AE-AEA0-90ACE064BBCD}" presName="horz2" presStyleCnt="0"/>
      <dgm:spPr/>
    </dgm:pt>
    <dgm:pt modelId="{AA015762-C964-471A-8812-AD7D41FF77E4}" type="pres">
      <dgm:prSet presAssocID="{D1A56103-41E5-47AE-AEA0-90ACE064BBCD}" presName="horzSpace2" presStyleCnt="0"/>
      <dgm:spPr/>
    </dgm:pt>
    <dgm:pt modelId="{437C67EB-8E45-469C-8782-5C8842DC2044}" type="pres">
      <dgm:prSet presAssocID="{D1A56103-41E5-47AE-AEA0-90ACE064BBCD}" presName="tx2" presStyleLbl="revTx" presStyleIdx="10" presStyleCnt="13"/>
      <dgm:spPr/>
    </dgm:pt>
    <dgm:pt modelId="{2D3D3069-D485-429D-AE50-13F500409795}" type="pres">
      <dgm:prSet presAssocID="{D1A56103-41E5-47AE-AEA0-90ACE064BBCD}" presName="vert2" presStyleCnt="0"/>
      <dgm:spPr/>
    </dgm:pt>
    <dgm:pt modelId="{6C40894A-07E6-417A-A257-0158C3506ADF}" type="pres">
      <dgm:prSet presAssocID="{D1A56103-41E5-47AE-AEA0-90ACE064BBCD}" presName="thinLine2b" presStyleLbl="callout" presStyleIdx="8" presStyleCnt="11"/>
      <dgm:spPr/>
    </dgm:pt>
    <dgm:pt modelId="{7535D647-6C95-4BC6-8EC2-0D4EBCE12E74}" type="pres">
      <dgm:prSet presAssocID="{D1A56103-41E5-47AE-AEA0-90ACE064BBCD}" presName="vertSpace2b" presStyleCnt="0"/>
      <dgm:spPr/>
    </dgm:pt>
    <dgm:pt modelId="{91430BD2-7D13-4406-BD33-F8DBE9517589}" type="pres">
      <dgm:prSet presAssocID="{C8575BAD-8338-4470-9CE5-322BD615C409}" presName="horz2" presStyleCnt="0"/>
      <dgm:spPr/>
    </dgm:pt>
    <dgm:pt modelId="{7EBA72FA-85B2-4D3B-92E8-AA0BB084F813}" type="pres">
      <dgm:prSet presAssocID="{C8575BAD-8338-4470-9CE5-322BD615C409}" presName="horzSpace2" presStyleCnt="0"/>
      <dgm:spPr/>
    </dgm:pt>
    <dgm:pt modelId="{D930BB0C-0F6F-4F36-BC45-D9A97FCEE959}" type="pres">
      <dgm:prSet presAssocID="{C8575BAD-8338-4470-9CE5-322BD615C409}" presName="tx2" presStyleLbl="revTx" presStyleIdx="11" presStyleCnt="13"/>
      <dgm:spPr/>
    </dgm:pt>
    <dgm:pt modelId="{C7FC4543-75AA-4635-B0D3-379A73636990}" type="pres">
      <dgm:prSet presAssocID="{C8575BAD-8338-4470-9CE5-322BD615C409}" presName="vert2" presStyleCnt="0"/>
      <dgm:spPr/>
    </dgm:pt>
    <dgm:pt modelId="{0508077C-C299-4F66-90C8-1A287EAF0FDA}" type="pres">
      <dgm:prSet presAssocID="{C8575BAD-8338-4470-9CE5-322BD615C409}" presName="thinLine2b" presStyleLbl="callout" presStyleIdx="9" presStyleCnt="11"/>
      <dgm:spPr/>
    </dgm:pt>
    <dgm:pt modelId="{179BBB2E-45BC-4E27-9FCC-F6240C0827CB}" type="pres">
      <dgm:prSet presAssocID="{C8575BAD-8338-4470-9CE5-322BD615C409}" presName="vertSpace2b" presStyleCnt="0"/>
      <dgm:spPr/>
    </dgm:pt>
    <dgm:pt modelId="{86DAD6A3-BBE5-4302-8693-796F20071961}" type="pres">
      <dgm:prSet presAssocID="{BD0E064B-8809-4C0B-8CE7-FBD2BC52DB87}" presName="horz2" presStyleCnt="0"/>
      <dgm:spPr/>
    </dgm:pt>
    <dgm:pt modelId="{57238AC5-1F29-49D6-B28B-CE8873D8E99C}" type="pres">
      <dgm:prSet presAssocID="{BD0E064B-8809-4C0B-8CE7-FBD2BC52DB87}" presName="horzSpace2" presStyleCnt="0"/>
      <dgm:spPr/>
    </dgm:pt>
    <dgm:pt modelId="{18CAC1C7-A1B4-4708-A0E7-8A15951E3FD6}" type="pres">
      <dgm:prSet presAssocID="{BD0E064B-8809-4C0B-8CE7-FBD2BC52DB87}" presName="tx2" presStyleLbl="revTx" presStyleIdx="12" presStyleCnt="13"/>
      <dgm:spPr/>
    </dgm:pt>
    <dgm:pt modelId="{E6556F15-E886-42D0-9FDD-972498A10D1B}" type="pres">
      <dgm:prSet presAssocID="{BD0E064B-8809-4C0B-8CE7-FBD2BC52DB87}" presName="vert2" presStyleCnt="0"/>
      <dgm:spPr/>
    </dgm:pt>
    <dgm:pt modelId="{53DB87F5-F64D-4D65-800E-29B5E7786860}" type="pres">
      <dgm:prSet presAssocID="{BD0E064B-8809-4C0B-8CE7-FBD2BC52DB87}" presName="thinLine2b" presStyleLbl="callout" presStyleIdx="10" presStyleCnt="11"/>
      <dgm:spPr/>
    </dgm:pt>
    <dgm:pt modelId="{679D7555-788D-44CC-A035-7B668BE83219}" type="pres">
      <dgm:prSet presAssocID="{BD0E064B-8809-4C0B-8CE7-FBD2BC52DB87}" presName="vertSpace2b" presStyleCnt="0"/>
      <dgm:spPr/>
    </dgm:pt>
  </dgm:ptLst>
  <dgm:cxnLst>
    <dgm:cxn modelId="{F4731307-56E0-49BD-9109-9B0EBC90FF53}" type="presOf" srcId="{C8575BAD-8338-4470-9CE5-322BD615C409}" destId="{D930BB0C-0F6F-4F36-BC45-D9A97FCEE959}" srcOrd="0" destOrd="0" presId="urn:microsoft.com/office/officeart/2008/layout/LinedList"/>
    <dgm:cxn modelId="{15BDAC12-0D5B-4EEE-99A1-9BDEA3F98087}" srcId="{71F2FAAD-9E19-40C4-8036-6513B75EC885}" destId="{3793105C-FB17-4402-A91E-302DD7738A20}" srcOrd="1" destOrd="0" parTransId="{4AEEB1CA-E036-4725-A563-9FBE8CECE024}" sibTransId="{C75216B0-9FFD-4E53-A53A-E05150B57AA1}"/>
    <dgm:cxn modelId="{E6B33516-610C-40B5-B2F4-78E04DD53B9B}" srcId="{3A721ACF-0E8D-4C78-8031-C65BC4B865D6}" destId="{D1A56103-41E5-47AE-AEA0-90ACE064BBCD}" srcOrd="3" destOrd="0" parTransId="{D1936998-C306-4948-8513-EA69D1C24FA8}" sibTransId="{3CE0CCF0-2A75-45AE-A503-AE6AA1DC213C}"/>
    <dgm:cxn modelId="{26EBCD20-081F-407B-9368-5E4373DF2478}" type="presOf" srcId="{EDD44A5F-AAC5-4AA5-BAAD-1E52BC7B3668}" destId="{547734E5-9E20-4A28-9602-8815C2D57258}" srcOrd="0" destOrd="0" presId="urn:microsoft.com/office/officeart/2008/layout/LinedList"/>
    <dgm:cxn modelId="{1394A024-FD02-4996-88A2-4C8DF28F990A}" srcId="{CA7DAEFD-672A-4DEB-B74C-C7E42B2C4B3D}" destId="{3A721ACF-0E8D-4C78-8031-C65BC4B865D6}" srcOrd="1" destOrd="0" parTransId="{10C889B8-A951-4235-88CB-6D890E20D54D}" sibTransId="{9BF0A266-06DC-4E1F-A0FC-6DA3DA562E7C}"/>
    <dgm:cxn modelId="{671D7F27-5DBA-4620-B436-72BEFF339F8A}" type="presOf" srcId="{C2A9DE3E-5362-4D21-8C53-ACC868C04F69}" destId="{41BF5EB4-511A-422C-8A38-618BDDD4D6B8}" srcOrd="0" destOrd="0" presId="urn:microsoft.com/office/officeart/2008/layout/LinedList"/>
    <dgm:cxn modelId="{6620C03B-A13F-4D0E-99A1-D49220EFEC67}" srcId="{3A721ACF-0E8D-4C78-8031-C65BC4B865D6}" destId="{BD0E064B-8809-4C0B-8CE7-FBD2BC52DB87}" srcOrd="5" destOrd="0" parTransId="{2FD6E5D7-36D0-4F8D-A7A8-EA53FBD7BA41}" sibTransId="{0AF29777-D705-412C-B0FC-30582CD0929D}"/>
    <dgm:cxn modelId="{C2C0C041-2F9A-43AC-AD1B-7820882649D4}" srcId="{3A721ACF-0E8D-4C78-8031-C65BC4B865D6}" destId="{2ADB8BD4-D0C7-4C25-8C91-A97C30545921}" srcOrd="2" destOrd="0" parTransId="{8D7EAC57-F88B-4B4F-8A3F-EC745133D2FF}" sibTransId="{812EFFA7-5CE1-44E6-9E57-94EEAADDBBB0}"/>
    <dgm:cxn modelId="{B7EBB862-7ECE-44D0-A8BB-2F430A4A8BE0}" srcId="{3A721ACF-0E8D-4C78-8031-C65BC4B865D6}" destId="{75604539-B36D-4B45-8FDB-CE81D8B4351F}" srcOrd="0" destOrd="0" parTransId="{F9F63578-9D80-456A-9DF3-67DE69F16363}" sibTransId="{25FA7F48-347D-4EBD-AA6A-5403AA5ACFC4}"/>
    <dgm:cxn modelId="{6E3D0C67-CF90-475A-B0E7-7FBF98D528AD}" srcId="{CA7DAEFD-672A-4DEB-B74C-C7E42B2C4B3D}" destId="{71F2FAAD-9E19-40C4-8036-6513B75EC885}" srcOrd="0" destOrd="0" parTransId="{25D86FAB-F4CF-4139-9BB0-01BB604F9121}" sibTransId="{CFB38542-8B74-4974-A694-BA05ECA3DB5B}"/>
    <dgm:cxn modelId="{F744BD51-407B-4BC3-B1C4-BEA4805F596B}" srcId="{3A721ACF-0E8D-4C78-8031-C65BC4B865D6}" destId="{C2A9DE3E-5362-4D21-8C53-ACC868C04F69}" srcOrd="1" destOrd="0" parTransId="{E588B7CA-A949-4FDE-8432-7D645F5FB764}" sibTransId="{F31200F0-9046-4CAC-80A3-7D48E8C82B2C}"/>
    <dgm:cxn modelId="{AB1A9F75-E673-4E69-9CB9-A13B3F0F3EEB}" type="presOf" srcId="{71F2FAAD-9E19-40C4-8036-6513B75EC885}" destId="{CEEA1978-62F4-49FE-AB07-39DCFD4AA030}" srcOrd="0" destOrd="0" presId="urn:microsoft.com/office/officeart/2008/layout/LinedList"/>
    <dgm:cxn modelId="{1EFF4F57-7267-4381-95CA-383B9987407D}" srcId="{71F2FAAD-9E19-40C4-8036-6513B75EC885}" destId="{EDD44A5F-AAC5-4AA5-BAAD-1E52BC7B3668}" srcOrd="3" destOrd="0" parTransId="{E7A84962-C796-4EA8-850B-700DD1838798}" sibTransId="{1CD67C1F-96D6-4235-B817-2F6E5C1187F8}"/>
    <dgm:cxn modelId="{B9A8ED57-A56E-452D-968D-A8B2A09E8889}" type="presOf" srcId="{8FFEFF00-E8FE-4A72-B5E2-6DC0CF7025D8}" destId="{73A4D63B-915F-40C7-8B97-A6BB3FC983A4}" srcOrd="0" destOrd="0" presId="urn:microsoft.com/office/officeart/2008/layout/LinedList"/>
    <dgm:cxn modelId="{3CA38C79-190E-44B7-91EE-69028F39D952}" type="presOf" srcId="{3793105C-FB17-4402-A91E-302DD7738A20}" destId="{09BEBF01-BC63-43C8-B4AA-272C19EC5A37}" srcOrd="0" destOrd="0" presId="urn:microsoft.com/office/officeart/2008/layout/LinedList"/>
    <dgm:cxn modelId="{A527A586-8C0E-4170-A51C-CE9BB2A39B85}" type="presOf" srcId="{CA7DAEFD-672A-4DEB-B74C-C7E42B2C4B3D}" destId="{F4E4E3DD-851B-4EAC-A5AA-476844479F14}" srcOrd="0" destOrd="0" presId="urn:microsoft.com/office/officeart/2008/layout/LinedList"/>
    <dgm:cxn modelId="{EE1EA5A0-0041-471B-B576-A93C504B67B9}" type="presOf" srcId="{BD0E064B-8809-4C0B-8CE7-FBD2BC52DB87}" destId="{18CAC1C7-A1B4-4708-A0E7-8A15951E3FD6}" srcOrd="0" destOrd="0" presId="urn:microsoft.com/office/officeart/2008/layout/LinedList"/>
    <dgm:cxn modelId="{A82409AD-E3F0-48A3-8498-6D85FCE9ED52}" srcId="{3A721ACF-0E8D-4C78-8031-C65BC4B865D6}" destId="{C8575BAD-8338-4470-9CE5-322BD615C409}" srcOrd="4" destOrd="0" parTransId="{FAEEB320-F3A2-4D0C-9A95-7F06698DCF94}" sibTransId="{4F35CBB0-4A4E-4BCA-AA2A-2B72959E18F5}"/>
    <dgm:cxn modelId="{C00BB9AF-CA47-43B8-9A7F-E1653F84FB08}" type="presOf" srcId="{2ADB8BD4-D0C7-4C25-8C91-A97C30545921}" destId="{C4412DAE-AF11-41F4-8749-3820CD6BACEF}" srcOrd="0" destOrd="0" presId="urn:microsoft.com/office/officeart/2008/layout/LinedList"/>
    <dgm:cxn modelId="{AD3E94B0-B458-4F5B-8A61-365CBB3FD4CA}" srcId="{71F2FAAD-9E19-40C4-8036-6513B75EC885}" destId="{8FFEFF00-E8FE-4A72-B5E2-6DC0CF7025D8}" srcOrd="0" destOrd="0" parTransId="{030ECC23-D11D-4A5C-9233-217147983572}" sibTransId="{99F94225-8BCA-4CDF-929A-1F578DFB98D1}"/>
    <dgm:cxn modelId="{AE3A45C2-B325-4FFB-B1E0-C9F58F1EF2EA}" type="presOf" srcId="{504CA726-A6A7-4C80-8E96-72597CA6CCD3}" destId="{93445EAF-8574-40A1-9515-65315C241D4A}" srcOrd="0" destOrd="0" presId="urn:microsoft.com/office/officeart/2008/layout/LinedList"/>
    <dgm:cxn modelId="{73D40DC4-EE3E-46CC-A051-E98357F439FD}" type="presOf" srcId="{3A721ACF-0E8D-4C78-8031-C65BC4B865D6}" destId="{91276E33-308D-4AE4-9974-BE35CC2E1C38}" srcOrd="0" destOrd="0" presId="urn:microsoft.com/office/officeart/2008/layout/LinedList"/>
    <dgm:cxn modelId="{FEB967CA-950D-4A1C-A8F2-3C9B746AB71E}" type="presOf" srcId="{86DABF20-A8E1-4E48-BCD8-B66E1188BE2E}" destId="{8D84DDAE-7B86-4329-B886-78FB16CC18AB}" srcOrd="0" destOrd="0" presId="urn:microsoft.com/office/officeart/2008/layout/LinedList"/>
    <dgm:cxn modelId="{1BD411CF-C513-4CAB-9860-95FD9CC2D60A}" type="presOf" srcId="{D1A56103-41E5-47AE-AEA0-90ACE064BBCD}" destId="{437C67EB-8E45-469C-8782-5C8842DC2044}" srcOrd="0" destOrd="0" presId="urn:microsoft.com/office/officeart/2008/layout/LinedList"/>
    <dgm:cxn modelId="{3914EDDA-EC84-4E97-B3EE-55617E1D33C4}" srcId="{71F2FAAD-9E19-40C4-8036-6513B75EC885}" destId="{86DABF20-A8E1-4E48-BCD8-B66E1188BE2E}" srcOrd="2" destOrd="0" parTransId="{B3573283-1B17-4F23-8D9C-61F48534D470}" sibTransId="{EBFB7EC8-ED12-447D-9AC9-7A39328E0BF7}"/>
    <dgm:cxn modelId="{F5C22BE4-4A64-4DC1-99A1-F9107A64B3CF}" srcId="{71F2FAAD-9E19-40C4-8036-6513B75EC885}" destId="{504CA726-A6A7-4C80-8E96-72597CA6CCD3}" srcOrd="4" destOrd="0" parTransId="{2A04FE35-1D15-4563-80B6-5BD5A7C8AE8A}" sibTransId="{9B34C480-EBF5-4EBD-986C-065FC096E2F6}"/>
    <dgm:cxn modelId="{BCC1D3F1-855F-4AF6-BEF4-6012E153D6F7}" type="presOf" srcId="{75604539-B36D-4B45-8FDB-CE81D8B4351F}" destId="{983E97AB-9546-4175-81CB-DEAD8111CD08}" srcOrd="0" destOrd="0" presId="urn:microsoft.com/office/officeart/2008/layout/LinedList"/>
    <dgm:cxn modelId="{A76149A9-A55E-44B3-8571-5E9D98E57C7A}" type="presParOf" srcId="{F4E4E3DD-851B-4EAC-A5AA-476844479F14}" destId="{BDD548A0-DA0B-4BDD-99BB-DE0E3D02131A}" srcOrd="0" destOrd="0" presId="urn:microsoft.com/office/officeart/2008/layout/LinedList"/>
    <dgm:cxn modelId="{158FD568-8F86-41FD-80DE-6E0A6540D784}" type="presParOf" srcId="{F4E4E3DD-851B-4EAC-A5AA-476844479F14}" destId="{91225954-9E9F-459D-B341-12EA43E45D01}" srcOrd="1" destOrd="0" presId="urn:microsoft.com/office/officeart/2008/layout/LinedList"/>
    <dgm:cxn modelId="{104BDB07-6BF7-46E7-98C2-C106CEFFB7B6}" type="presParOf" srcId="{91225954-9E9F-459D-B341-12EA43E45D01}" destId="{CEEA1978-62F4-49FE-AB07-39DCFD4AA030}" srcOrd="0" destOrd="0" presId="urn:microsoft.com/office/officeart/2008/layout/LinedList"/>
    <dgm:cxn modelId="{851F06D0-5882-44E0-AF56-DF79348A868C}" type="presParOf" srcId="{91225954-9E9F-459D-B341-12EA43E45D01}" destId="{BD579303-C5DA-4404-B074-BD15B389D35E}" srcOrd="1" destOrd="0" presId="urn:microsoft.com/office/officeart/2008/layout/LinedList"/>
    <dgm:cxn modelId="{B49861CD-4155-4899-A8C9-4848FC5A4503}" type="presParOf" srcId="{BD579303-C5DA-4404-B074-BD15B389D35E}" destId="{5AF1B6D0-DEE5-46EB-AF79-5949F1065EED}" srcOrd="0" destOrd="0" presId="urn:microsoft.com/office/officeart/2008/layout/LinedList"/>
    <dgm:cxn modelId="{7900A5BD-B113-44E8-9849-D7F64B548B8A}" type="presParOf" srcId="{BD579303-C5DA-4404-B074-BD15B389D35E}" destId="{E149A60F-5932-47BB-AC63-5FBB8ADC82EE}" srcOrd="1" destOrd="0" presId="urn:microsoft.com/office/officeart/2008/layout/LinedList"/>
    <dgm:cxn modelId="{3780AD4B-D1A7-49C5-8CB6-1FF6A188E702}" type="presParOf" srcId="{E149A60F-5932-47BB-AC63-5FBB8ADC82EE}" destId="{88E37D53-C132-493F-9DDC-37E73DC23666}" srcOrd="0" destOrd="0" presId="urn:microsoft.com/office/officeart/2008/layout/LinedList"/>
    <dgm:cxn modelId="{D3E9EA6F-40EE-40F8-9811-C3B507CE41A9}" type="presParOf" srcId="{E149A60F-5932-47BB-AC63-5FBB8ADC82EE}" destId="{73A4D63B-915F-40C7-8B97-A6BB3FC983A4}" srcOrd="1" destOrd="0" presId="urn:microsoft.com/office/officeart/2008/layout/LinedList"/>
    <dgm:cxn modelId="{095AD483-1381-4823-88A1-4A266F1F3E85}" type="presParOf" srcId="{E149A60F-5932-47BB-AC63-5FBB8ADC82EE}" destId="{A7D976DF-808A-4DA1-9CF8-EA900103B035}" srcOrd="2" destOrd="0" presId="urn:microsoft.com/office/officeart/2008/layout/LinedList"/>
    <dgm:cxn modelId="{237CCAD7-02C5-447E-94B8-AFEF1CFA4456}" type="presParOf" srcId="{BD579303-C5DA-4404-B074-BD15B389D35E}" destId="{46376B2D-9B76-4F43-84FF-20B5E452559D}" srcOrd="2" destOrd="0" presId="urn:microsoft.com/office/officeart/2008/layout/LinedList"/>
    <dgm:cxn modelId="{575A6556-7B77-4CA3-A2A3-99FD20DE1468}" type="presParOf" srcId="{BD579303-C5DA-4404-B074-BD15B389D35E}" destId="{5C92AFA8-9531-45C1-B7C8-DD8E974FBD2F}" srcOrd="3" destOrd="0" presId="urn:microsoft.com/office/officeart/2008/layout/LinedList"/>
    <dgm:cxn modelId="{57966C84-5921-42C8-A574-B5DB8755CE6E}" type="presParOf" srcId="{BD579303-C5DA-4404-B074-BD15B389D35E}" destId="{16E34550-6E65-4C67-8606-946473C6AE30}" srcOrd="4" destOrd="0" presId="urn:microsoft.com/office/officeart/2008/layout/LinedList"/>
    <dgm:cxn modelId="{98ECED8B-656C-49E2-A22E-249858EAD367}" type="presParOf" srcId="{16E34550-6E65-4C67-8606-946473C6AE30}" destId="{E4B70C33-A3E1-45DE-BA31-C125D2D01282}" srcOrd="0" destOrd="0" presId="urn:microsoft.com/office/officeart/2008/layout/LinedList"/>
    <dgm:cxn modelId="{DBE95854-9FA7-49BA-A03D-FCC17AF04619}" type="presParOf" srcId="{16E34550-6E65-4C67-8606-946473C6AE30}" destId="{09BEBF01-BC63-43C8-B4AA-272C19EC5A37}" srcOrd="1" destOrd="0" presId="urn:microsoft.com/office/officeart/2008/layout/LinedList"/>
    <dgm:cxn modelId="{04538C45-8370-4278-B96A-691CF226F6AF}" type="presParOf" srcId="{16E34550-6E65-4C67-8606-946473C6AE30}" destId="{44673B28-4CD3-47C3-A7C9-F2DF29482968}" srcOrd="2" destOrd="0" presId="urn:microsoft.com/office/officeart/2008/layout/LinedList"/>
    <dgm:cxn modelId="{AA996DD9-E08C-4414-AE29-378495F76247}" type="presParOf" srcId="{BD579303-C5DA-4404-B074-BD15B389D35E}" destId="{1E33022E-6B31-464C-A7A0-976CEF66472A}" srcOrd="5" destOrd="0" presId="urn:microsoft.com/office/officeart/2008/layout/LinedList"/>
    <dgm:cxn modelId="{AB89DC9B-C260-4AF8-B26A-06F95C15079D}" type="presParOf" srcId="{BD579303-C5DA-4404-B074-BD15B389D35E}" destId="{69C5B57A-5C3B-4296-AF8B-F0DB497DEAD9}" srcOrd="6" destOrd="0" presId="urn:microsoft.com/office/officeart/2008/layout/LinedList"/>
    <dgm:cxn modelId="{74A8D203-9CB8-4CDD-AD1F-D18B449F18CF}" type="presParOf" srcId="{BD579303-C5DA-4404-B074-BD15B389D35E}" destId="{E17D3C78-DA20-45EA-B065-240134E23F09}" srcOrd="7" destOrd="0" presId="urn:microsoft.com/office/officeart/2008/layout/LinedList"/>
    <dgm:cxn modelId="{F9A09AF2-D0A6-451F-852D-DFD9B4E4EE06}" type="presParOf" srcId="{E17D3C78-DA20-45EA-B065-240134E23F09}" destId="{B9A2EB97-29C5-4EF1-974B-AF56C0298EA3}" srcOrd="0" destOrd="0" presId="urn:microsoft.com/office/officeart/2008/layout/LinedList"/>
    <dgm:cxn modelId="{17BC9CBB-48D5-4932-93CF-F6C05947D47A}" type="presParOf" srcId="{E17D3C78-DA20-45EA-B065-240134E23F09}" destId="{8D84DDAE-7B86-4329-B886-78FB16CC18AB}" srcOrd="1" destOrd="0" presId="urn:microsoft.com/office/officeart/2008/layout/LinedList"/>
    <dgm:cxn modelId="{CD8CB9FE-C391-40F6-B4B6-29EA24192C25}" type="presParOf" srcId="{E17D3C78-DA20-45EA-B065-240134E23F09}" destId="{6413ACE4-5396-43AF-BB55-370C340B034D}" srcOrd="2" destOrd="0" presId="urn:microsoft.com/office/officeart/2008/layout/LinedList"/>
    <dgm:cxn modelId="{E2A53018-CE47-4F10-B319-CE0458A4B9D3}" type="presParOf" srcId="{BD579303-C5DA-4404-B074-BD15B389D35E}" destId="{75484D07-C753-4C20-95CA-9F85ED07612F}" srcOrd="8" destOrd="0" presId="urn:microsoft.com/office/officeart/2008/layout/LinedList"/>
    <dgm:cxn modelId="{B185FD9C-F1D7-4C8B-AECD-12A5A0EBD2DD}" type="presParOf" srcId="{BD579303-C5DA-4404-B074-BD15B389D35E}" destId="{79F2CA06-2CC3-4CE5-8EE6-1DC54B3E5224}" srcOrd="9" destOrd="0" presId="urn:microsoft.com/office/officeart/2008/layout/LinedList"/>
    <dgm:cxn modelId="{4D77F9A2-DC8D-4BF1-B9B2-A55BE04AF534}" type="presParOf" srcId="{BD579303-C5DA-4404-B074-BD15B389D35E}" destId="{04C45ECD-8C31-45EE-8365-E1E3D4F8F3C4}" srcOrd="10" destOrd="0" presId="urn:microsoft.com/office/officeart/2008/layout/LinedList"/>
    <dgm:cxn modelId="{9BD39A88-9FAB-4B06-99E7-D5DE286797DD}" type="presParOf" srcId="{04C45ECD-8C31-45EE-8365-E1E3D4F8F3C4}" destId="{686FE4D2-56AE-4F52-AA00-781E988C4055}" srcOrd="0" destOrd="0" presId="urn:microsoft.com/office/officeart/2008/layout/LinedList"/>
    <dgm:cxn modelId="{5566B8FF-1F8F-4BFA-BF32-885DB4AECD57}" type="presParOf" srcId="{04C45ECD-8C31-45EE-8365-E1E3D4F8F3C4}" destId="{547734E5-9E20-4A28-9602-8815C2D57258}" srcOrd="1" destOrd="0" presId="urn:microsoft.com/office/officeart/2008/layout/LinedList"/>
    <dgm:cxn modelId="{B17FE0C4-00D9-4089-9A83-3757C1E4B940}" type="presParOf" srcId="{04C45ECD-8C31-45EE-8365-E1E3D4F8F3C4}" destId="{0FAFED94-7DD2-42E5-A32D-5546858F903D}" srcOrd="2" destOrd="0" presId="urn:microsoft.com/office/officeart/2008/layout/LinedList"/>
    <dgm:cxn modelId="{85279D96-8F31-4CEB-BF32-74CBF9CC9ACA}" type="presParOf" srcId="{BD579303-C5DA-4404-B074-BD15B389D35E}" destId="{013C9B7A-B85D-47A8-A831-BDA9996F6079}" srcOrd="11" destOrd="0" presId="urn:microsoft.com/office/officeart/2008/layout/LinedList"/>
    <dgm:cxn modelId="{16421368-9F85-4EC5-A71C-9EECCAAD8E70}" type="presParOf" srcId="{BD579303-C5DA-4404-B074-BD15B389D35E}" destId="{D8F4EA46-DA25-4C80-B222-E7E023B0FF2C}" srcOrd="12" destOrd="0" presId="urn:microsoft.com/office/officeart/2008/layout/LinedList"/>
    <dgm:cxn modelId="{64DD65E3-F6FE-48F3-AE73-73903ACEB41F}" type="presParOf" srcId="{BD579303-C5DA-4404-B074-BD15B389D35E}" destId="{4CFAED2D-B254-4F95-A8F8-2CC544012BE5}" srcOrd="13" destOrd="0" presId="urn:microsoft.com/office/officeart/2008/layout/LinedList"/>
    <dgm:cxn modelId="{5920B4CB-6DA1-4A72-9EB1-CE2D016B5A0C}" type="presParOf" srcId="{4CFAED2D-B254-4F95-A8F8-2CC544012BE5}" destId="{8EBB7CF3-722C-46EE-9D43-410FC688BF45}" srcOrd="0" destOrd="0" presId="urn:microsoft.com/office/officeart/2008/layout/LinedList"/>
    <dgm:cxn modelId="{BD169C98-E94E-40B5-8325-901E48C85B36}" type="presParOf" srcId="{4CFAED2D-B254-4F95-A8F8-2CC544012BE5}" destId="{93445EAF-8574-40A1-9515-65315C241D4A}" srcOrd="1" destOrd="0" presId="urn:microsoft.com/office/officeart/2008/layout/LinedList"/>
    <dgm:cxn modelId="{41A3782E-7A3D-4B07-AE5B-2773A9C10A94}" type="presParOf" srcId="{4CFAED2D-B254-4F95-A8F8-2CC544012BE5}" destId="{75CD3226-E7B5-4157-AA6A-BB85A661AE86}" srcOrd="2" destOrd="0" presId="urn:microsoft.com/office/officeart/2008/layout/LinedList"/>
    <dgm:cxn modelId="{63BFFE38-8FC7-441A-8982-AF4B0690CCE2}" type="presParOf" srcId="{BD579303-C5DA-4404-B074-BD15B389D35E}" destId="{91E5EBC1-1A70-47B5-9719-52AD6CAE4409}" srcOrd="14" destOrd="0" presId="urn:microsoft.com/office/officeart/2008/layout/LinedList"/>
    <dgm:cxn modelId="{7C2D892B-B6C8-4FAA-A5BC-FD7B29D9EE23}" type="presParOf" srcId="{BD579303-C5DA-4404-B074-BD15B389D35E}" destId="{F9B9C06B-6DFA-4B15-9707-A239AF52E27B}" srcOrd="15" destOrd="0" presId="urn:microsoft.com/office/officeart/2008/layout/LinedList"/>
    <dgm:cxn modelId="{C1726D97-0711-4A40-AFFA-173D07DD1D16}" type="presParOf" srcId="{F4E4E3DD-851B-4EAC-A5AA-476844479F14}" destId="{5726E4D0-4056-4D7D-8825-E4D8177DB400}" srcOrd="2" destOrd="0" presId="urn:microsoft.com/office/officeart/2008/layout/LinedList"/>
    <dgm:cxn modelId="{EC425DD9-DE28-485D-BA35-5DF3E2BF7748}" type="presParOf" srcId="{F4E4E3DD-851B-4EAC-A5AA-476844479F14}" destId="{FEB24D96-951F-4D84-8216-F4E1CCB28E3D}" srcOrd="3" destOrd="0" presId="urn:microsoft.com/office/officeart/2008/layout/LinedList"/>
    <dgm:cxn modelId="{54143BDE-8736-4C59-B794-448AE5CCFE2E}" type="presParOf" srcId="{FEB24D96-951F-4D84-8216-F4E1CCB28E3D}" destId="{91276E33-308D-4AE4-9974-BE35CC2E1C38}" srcOrd="0" destOrd="0" presId="urn:microsoft.com/office/officeart/2008/layout/LinedList"/>
    <dgm:cxn modelId="{E30E3DC0-2B74-442B-BFAF-4631A59C5B7B}" type="presParOf" srcId="{FEB24D96-951F-4D84-8216-F4E1CCB28E3D}" destId="{C3E63211-4BB9-4E50-96FC-57AD75B17C0D}" srcOrd="1" destOrd="0" presId="urn:microsoft.com/office/officeart/2008/layout/LinedList"/>
    <dgm:cxn modelId="{91BB91CE-BB9B-4DBC-9D72-5FCF0931A1DE}" type="presParOf" srcId="{C3E63211-4BB9-4E50-96FC-57AD75B17C0D}" destId="{09BFD840-FD28-4DD6-88A4-B7551B11F2BC}" srcOrd="0" destOrd="0" presId="urn:microsoft.com/office/officeart/2008/layout/LinedList"/>
    <dgm:cxn modelId="{5D98A6EE-C928-4E64-90BB-ECD4DF308450}" type="presParOf" srcId="{C3E63211-4BB9-4E50-96FC-57AD75B17C0D}" destId="{1E3DE493-BE8D-4FDB-B34A-9FE77F2018B2}" srcOrd="1" destOrd="0" presId="urn:microsoft.com/office/officeart/2008/layout/LinedList"/>
    <dgm:cxn modelId="{B47659A3-70A6-41E1-8BAF-7BC64EB5DF40}" type="presParOf" srcId="{1E3DE493-BE8D-4FDB-B34A-9FE77F2018B2}" destId="{E4BEEEBB-4991-4DB4-B0C9-A033E7A21CF5}" srcOrd="0" destOrd="0" presId="urn:microsoft.com/office/officeart/2008/layout/LinedList"/>
    <dgm:cxn modelId="{3F74737D-C07B-4D91-B01C-D1D74D813F92}" type="presParOf" srcId="{1E3DE493-BE8D-4FDB-B34A-9FE77F2018B2}" destId="{983E97AB-9546-4175-81CB-DEAD8111CD08}" srcOrd="1" destOrd="0" presId="urn:microsoft.com/office/officeart/2008/layout/LinedList"/>
    <dgm:cxn modelId="{B85E908D-FE6B-4FA5-BABC-CEE4EB6DFA49}" type="presParOf" srcId="{1E3DE493-BE8D-4FDB-B34A-9FE77F2018B2}" destId="{4F4D8147-E3A8-40BC-8195-490282B77B2D}" srcOrd="2" destOrd="0" presId="urn:microsoft.com/office/officeart/2008/layout/LinedList"/>
    <dgm:cxn modelId="{70A4CCF4-9F87-4A48-9670-AA9FCC94BE50}" type="presParOf" srcId="{C3E63211-4BB9-4E50-96FC-57AD75B17C0D}" destId="{B46D6872-2A56-41DC-8813-783243F45CAD}" srcOrd="2" destOrd="0" presId="urn:microsoft.com/office/officeart/2008/layout/LinedList"/>
    <dgm:cxn modelId="{57DB76FE-3ABD-4D1A-8FE9-B607E89ECDC5}" type="presParOf" srcId="{C3E63211-4BB9-4E50-96FC-57AD75B17C0D}" destId="{A0EF46A6-1032-4A44-B68D-FCA9D8568AE7}" srcOrd="3" destOrd="0" presId="urn:microsoft.com/office/officeart/2008/layout/LinedList"/>
    <dgm:cxn modelId="{0A5D4461-3799-4DFA-9C29-E2D2E3EFD9F2}" type="presParOf" srcId="{C3E63211-4BB9-4E50-96FC-57AD75B17C0D}" destId="{4AB591DD-6A53-423F-8BB0-A3AA042D2736}" srcOrd="4" destOrd="0" presId="urn:microsoft.com/office/officeart/2008/layout/LinedList"/>
    <dgm:cxn modelId="{ED757652-3EBE-47F4-8B21-487A4A94DB7A}" type="presParOf" srcId="{4AB591DD-6A53-423F-8BB0-A3AA042D2736}" destId="{0784BC5C-0F82-4AA4-B427-CB31959C9B4B}" srcOrd="0" destOrd="0" presId="urn:microsoft.com/office/officeart/2008/layout/LinedList"/>
    <dgm:cxn modelId="{646614BF-77E2-4023-8704-B56A0FFA3418}" type="presParOf" srcId="{4AB591DD-6A53-423F-8BB0-A3AA042D2736}" destId="{41BF5EB4-511A-422C-8A38-618BDDD4D6B8}" srcOrd="1" destOrd="0" presId="urn:microsoft.com/office/officeart/2008/layout/LinedList"/>
    <dgm:cxn modelId="{C39C5238-97FA-4335-A5E1-880F609C7BF1}" type="presParOf" srcId="{4AB591DD-6A53-423F-8BB0-A3AA042D2736}" destId="{8B24C0C7-1901-4A9E-BA6F-9B0AA9751EB4}" srcOrd="2" destOrd="0" presId="urn:microsoft.com/office/officeart/2008/layout/LinedList"/>
    <dgm:cxn modelId="{44137852-C169-4DBA-8B8C-7AF526A83715}" type="presParOf" srcId="{C3E63211-4BB9-4E50-96FC-57AD75B17C0D}" destId="{15CAF306-2B63-42D0-9076-5035B7F7273E}" srcOrd="5" destOrd="0" presId="urn:microsoft.com/office/officeart/2008/layout/LinedList"/>
    <dgm:cxn modelId="{FF5214BD-1A82-441F-969B-9E924EBDE261}" type="presParOf" srcId="{C3E63211-4BB9-4E50-96FC-57AD75B17C0D}" destId="{FEBEC30E-B6C9-4DF5-A868-DAADAC08294B}" srcOrd="6" destOrd="0" presId="urn:microsoft.com/office/officeart/2008/layout/LinedList"/>
    <dgm:cxn modelId="{B2323CC2-1A16-40AA-A0E6-869A021B0B91}" type="presParOf" srcId="{C3E63211-4BB9-4E50-96FC-57AD75B17C0D}" destId="{E60027B5-BF7B-4AB7-A16C-1AAC3463C422}" srcOrd="7" destOrd="0" presId="urn:microsoft.com/office/officeart/2008/layout/LinedList"/>
    <dgm:cxn modelId="{790E4C21-4B4B-443E-8519-28F9492C644A}" type="presParOf" srcId="{E60027B5-BF7B-4AB7-A16C-1AAC3463C422}" destId="{B30F37C2-CC1C-4092-B0D4-385C3CD4C60E}" srcOrd="0" destOrd="0" presId="urn:microsoft.com/office/officeart/2008/layout/LinedList"/>
    <dgm:cxn modelId="{2BE14F38-54C9-4383-A869-09A71E6261DF}" type="presParOf" srcId="{E60027B5-BF7B-4AB7-A16C-1AAC3463C422}" destId="{C4412DAE-AF11-41F4-8749-3820CD6BACEF}" srcOrd="1" destOrd="0" presId="urn:microsoft.com/office/officeart/2008/layout/LinedList"/>
    <dgm:cxn modelId="{09886685-0ACF-4919-9DAA-58830AD5DD3A}" type="presParOf" srcId="{E60027B5-BF7B-4AB7-A16C-1AAC3463C422}" destId="{F301E5EC-17F4-48FF-9D89-FE0401F4CDD4}" srcOrd="2" destOrd="0" presId="urn:microsoft.com/office/officeart/2008/layout/LinedList"/>
    <dgm:cxn modelId="{D004BB40-3823-49FD-AD37-0C09095F8957}" type="presParOf" srcId="{C3E63211-4BB9-4E50-96FC-57AD75B17C0D}" destId="{54159875-02E8-4FD9-B645-5E8E165E22A8}" srcOrd="8" destOrd="0" presId="urn:microsoft.com/office/officeart/2008/layout/LinedList"/>
    <dgm:cxn modelId="{6ED1C1F3-B1AB-4E25-9B73-87223EA980FD}" type="presParOf" srcId="{C3E63211-4BB9-4E50-96FC-57AD75B17C0D}" destId="{45F89431-18E1-4D60-9FE3-62A290CA1861}" srcOrd="9" destOrd="0" presId="urn:microsoft.com/office/officeart/2008/layout/LinedList"/>
    <dgm:cxn modelId="{3A0D959D-16C9-4B21-B52F-2D77682F176F}" type="presParOf" srcId="{C3E63211-4BB9-4E50-96FC-57AD75B17C0D}" destId="{D73D5774-1986-48B9-AB56-2B65F380E246}" srcOrd="10" destOrd="0" presId="urn:microsoft.com/office/officeart/2008/layout/LinedList"/>
    <dgm:cxn modelId="{9C1E712C-2C25-4435-A694-633574F34B11}" type="presParOf" srcId="{D73D5774-1986-48B9-AB56-2B65F380E246}" destId="{AA015762-C964-471A-8812-AD7D41FF77E4}" srcOrd="0" destOrd="0" presId="urn:microsoft.com/office/officeart/2008/layout/LinedList"/>
    <dgm:cxn modelId="{B19419F8-7427-4E4B-B3CF-8D0BDF922906}" type="presParOf" srcId="{D73D5774-1986-48B9-AB56-2B65F380E246}" destId="{437C67EB-8E45-469C-8782-5C8842DC2044}" srcOrd="1" destOrd="0" presId="urn:microsoft.com/office/officeart/2008/layout/LinedList"/>
    <dgm:cxn modelId="{4D99E670-5C78-4F9B-A41A-5DFCAB0F27E8}" type="presParOf" srcId="{D73D5774-1986-48B9-AB56-2B65F380E246}" destId="{2D3D3069-D485-429D-AE50-13F500409795}" srcOrd="2" destOrd="0" presId="urn:microsoft.com/office/officeart/2008/layout/LinedList"/>
    <dgm:cxn modelId="{3EB6AE48-186A-4842-87F3-5DE07513C219}" type="presParOf" srcId="{C3E63211-4BB9-4E50-96FC-57AD75B17C0D}" destId="{6C40894A-07E6-417A-A257-0158C3506ADF}" srcOrd="11" destOrd="0" presId="urn:microsoft.com/office/officeart/2008/layout/LinedList"/>
    <dgm:cxn modelId="{81B2135E-A8DC-4D18-BF9E-ADD3A44732AD}" type="presParOf" srcId="{C3E63211-4BB9-4E50-96FC-57AD75B17C0D}" destId="{7535D647-6C95-4BC6-8EC2-0D4EBCE12E74}" srcOrd="12" destOrd="0" presId="urn:microsoft.com/office/officeart/2008/layout/LinedList"/>
    <dgm:cxn modelId="{7DEC4778-E197-4FFF-864F-441CFB4CB4FF}" type="presParOf" srcId="{C3E63211-4BB9-4E50-96FC-57AD75B17C0D}" destId="{91430BD2-7D13-4406-BD33-F8DBE9517589}" srcOrd="13" destOrd="0" presId="urn:microsoft.com/office/officeart/2008/layout/LinedList"/>
    <dgm:cxn modelId="{571C0388-8B56-46BB-98E7-868664141D07}" type="presParOf" srcId="{91430BD2-7D13-4406-BD33-F8DBE9517589}" destId="{7EBA72FA-85B2-4D3B-92E8-AA0BB084F813}" srcOrd="0" destOrd="0" presId="urn:microsoft.com/office/officeart/2008/layout/LinedList"/>
    <dgm:cxn modelId="{A0A45232-3593-4E95-A726-1B5F573ABA07}" type="presParOf" srcId="{91430BD2-7D13-4406-BD33-F8DBE9517589}" destId="{D930BB0C-0F6F-4F36-BC45-D9A97FCEE959}" srcOrd="1" destOrd="0" presId="urn:microsoft.com/office/officeart/2008/layout/LinedList"/>
    <dgm:cxn modelId="{3F973F99-45F5-421B-BB5B-0AEC4F533B7B}" type="presParOf" srcId="{91430BD2-7D13-4406-BD33-F8DBE9517589}" destId="{C7FC4543-75AA-4635-B0D3-379A73636990}" srcOrd="2" destOrd="0" presId="urn:microsoft.com/office/officeart/2008/layout/LinedList"/>
    <dgm:cxn modelId="{B3D508AA-7A67-4D08-AB3C-5619AA786928}" type="presParOf" srcId="{C3E63211-4BB9-4E50-96FC-57AD75B17C0D}" destId="{0508077C-C299-4F66-90C8-1A287EAF0FDA}" srcOrd="14" destOrd="0" presId="urn:microsoft.com/office/officeart/2008/layout/LinedList"/>
    <dgm:cxn modelId="{73E4ACF7-272B-4D39-8FB3-D3E4B7158B7A}" type="presParOf" srcId="{C3E63211-4BB9-4E50-96FC-57AD75B17C0D}" destId="{179BBB2E-45BC-4E27-9FCC-F6240C0827CB}" srcOrd="15" destOrd="0" presId="urn:microsoft.com/office/officeart/2008/layout/LinedList"/>
    <dgm:cxn modelId="{322CEA62-7DB1-4AF3-A849-6A61BB40A926}" type="presParOf" srcId="{C3E63211-4BB9-4E50-96FC-57AD75B17C0D}" destId="{86DAD6A3-BBE5-4302-8693-796F20071961}" srcOrd="16" destOrd="0" presId="urn:microsoft.com/office/officeart/2008/layout/LinedList"/>
    <dgm:cxn modelId="{70A48494-7963-4484-BCC3-AA5C17B987A3}" type="presParOf" srcId="{86DAD6A3-BBE5-4302-8693-796F20071961}" destId="{57238AC5-1F29-49D6-B28B-CE8873D8E99C}" srcOrd="0" destOrd="0" presId="urn:microsoft.com/office/officeart/2008/layout/LinedList"/>
    <dgm:cxn modelId="{3190F8E4-3B50-41A4-B300-D33976D57FC5}" type="presParOf" srcId="{86DAD6A3-BBE5-4302-8693-796F20071961}" destId="{18CAC1C7-A1B4-4708-A0E7-8A15951E3FD6}" srcOrd="1" destOrd="0" presId="urn:microsoft.com/office/officeart/2008/layout/LinedList"/>
    <dgm:cxn modelId="{7790B0B0-9381-4D43-8F1D-19657EDF9001}" type="presParOf" srcId="{86DAD6A3-BBE5-4302-8693-796F20071961}" destId="{E6556F15-E886-42D0-9FDD-972498A10D1B}" srcOrd="2" destOrd="0" presId="urn:microsoft.com/office/officeart/2008/layout/LinedList"/>
    <dgm:cxn modelId="{F7FBDE59-409F-42C6-AD95-80BF0237220F}" type="presParOf" srcId="{C3E63211-4BB9-4E50-96FC-57AD75B17C0D}" destId="{53DB87F5-F64D-4D65-800E-29B5E7786860}" srcOrd="17" destOrd="0" presId="urn:microsoft.com/office/officeart/2008/layout/LinedList"/>
    <dgm:cxn modelId="{5FD95B44-0C75-4CE3-88DB-EA471B5301FF}" type="presParOf" srcId="{C3E63211-4BB9-4E50-96FC-57AD75B17C0D}" destId="{679D7555-788D-44CC-A035-7B668BE83219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51E804-34AA-4810-8420-093DF09EB5F5}">
      <dsp:nvSpPr>
        <dsp:cNvPr id="0" name=""/>
        <dsp:cNvSpPr/>
      </dsp:nvSpPr>
      <dsp:spPr>
        <a:xfrm>
          <a:off x="0" y="0"/>
          <a:ext cx="6309255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703FCEE-2BF0-4C4A-8283-2E9ED241DF95}">
      <dsp:nvSpPr>
        <dsp:cNvPr id="0" name=""/>
        <dsp:cNvSpPr/>
      </dsp:nvSpPr>
      <dsp:spPr>
        <a:xfrm>
          <a:off x="0" y="0"/>
          <a:ext cx="6309255" cy="551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Key KPIs</a:t>
          </a:r>
          <a:endParaRPr lang="en-US" sz="2500" kern="1200"/>
        </a:p>
      </dsp:txBody>
      <dsp:txXfrm>
        <a:off x="0" y="0"/>
        <a:ext cx="6309255" cy="551793"/>
      </dsp:txXfrm>
    </dsp:sp>
    <dsp:sp modelId="{5E42FE15-DF0A-4978-81D8-3061609FA76C}">
      <dsp:nvSpPr>
        <dsp:cNvPr id="0" name=""/>
        <dsp:cNvSpPr/>
      </dsp:nvSpPr>
      <dsp:spPr>
        <a:xfrm>
          <a:off x="0" y="551793"/>
          <a:ext cx="6309255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F2A0D9B-462A-4099-B159-C1B2322A551C}">
      <dsp:nvSpPr>
        <dsp:cNvPr id="0" name=""/>
        <dsp:cNvSpPr/>
      </dsp:nvSpPr>
      <dsp:spPr>
        <a:xfrm>
          <a:off x="0" y="551793"/>
          <a:ext cx="6309255" cy="551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Total Patients: </a:t>
          </a:r>
          <a:r>
            <a:rPr lang="en-IN" sz="2500" b="1" kern="1200"/>
            <a:t>50</a:t>
          </a:r>
          <a:r>
            <a:rPr lang="en-IN" sz="2500" kern="1200"/>
            <a:t> </a:t>
          </a:r>
          <a:endParaRPr lang="en-US" sz="2500" kern="1200"/>
        </a:p>
      </dsp:txBody>
      <dsp:txXfrm>
        <a:off x="0" y="551793"/>
        <a:ext cx="6309255" cy="551793"/>
      </dsp:txXfrm>
    </dsp:sp>
    <dsp:sp modelId="{B3061E85-0500-4DBE-8E18-DD7B6B2DAE35}">
      <dsp:nvSpPr>
        <dsp:cNvPr id="0" name=""/>
        <dsp:cNvSpPr/>
      </dsp:nvSpPr>
      <dsp:spPr>
        <a:xfrm>
          <a:off x="0" y="1103586"/>
          <a:ext cx="6309255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8B9E55A-6425-4A7A-B75D-6D49DA43480C}">
      <dsp:nvSpPr>
        <dsp:cNvPr id="0" name=""/>
        <dsp:cNvSpPr/>
      </dsp:nvSpPr>
      <dsp:spPr>
        <a:xfrm>
          <a:off x="0" y="1103586"/>
          <a:ext cx="6309255" cy="551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Total Doctors: </a:t>
          </a:r>
          <a:r>
            <a:rPr lang="en-IN" sz="2500" b="1" kern="1200"/>
            <a:t>10</a:t>
          </a:r>
          <a:r>
            <a:rPr lang="en-IN" sz="2500" kern="1200"/>
            <a:t> </a:t>
          </a:r>
          <a:endParaRPr lang="en-US" sz="2500" kern="1200"/>
        </a:p>
      </dsp:txBody>
      <dsp:txXfrm>
        <a:off x="0" y="1103586"/>
        <a:ext cx="6309255" cy="551793"/>
      </dsp:txXfrm>
    </dsp:sp>
    <dsp:sp modelId="{3BE58940-5B58-482C-904F-3FA1434C4BC0}">
      <dsp:nvSpPr>
        <dsp:cNvPr id="0" name=""/>
        <dsp:cNvSpPr/>
      </dsp:nvSpPr>
      <dsp:spPr>
        <a:xfrm>
          <a:off x="0" y="1655379"/>
          <a:ext cx="6309255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17A4A1A-20F4-4E14-97FC-910E986FA676}">
      <dsp:nvSpPr>
        <dsp:cNvPr id="0" name=""/>
        <dsp:cNvSpPr/>
      </dsp:nvSpPr>
      <dsp:spPr>
        <a:xfrm>
          <a:off x="0" y="1655379"/>
          <a:ext cx="6309255" cy="551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Total Appointments: </a:t>
          </a:r>
          <a:r>
            <a:rPr lang="en-IN" sz="2500" b="1" kern="1200"/>
            <a:t>200</a:t>
          </a:r>
          <a:r>
            <a:rPr lang="en-IN" sz="2500" kern="1200"/>
            <a:t> </a:t>
          </a:r>
          <a:endParaRPr lang="en-US" sz="2500" kern="1200"/>
        </a:p>
      </dsp:txBody>
      <dsp:txXfrm>
        <a:off x="0" y="1655379"/>
        <a:ext cx="6309255" cy="551793"/>
      </dsp:txXfrm>
    </dsp:sp>
    <dsp:sp modelId="{0570C4E8-4292-4407-8199-F5D92C7E5762}">
      <dsp:nvSpPr>
        <dsp:cNvPr id="0" name=""/>
        <dsp:cNvSpPr/>
      </dsp:nvSpPr>
      <dsp:spPr>
        <a:xfrm>
          <a:off x="0" y="2207172"/>
          <a:ext cx="6309255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6B6A918-C095-40F8-8719-9CDEBF8C9288}">
      <dsp:nvSpPr>
        <dsp:cNvPr id="0" name=""/>
        <dsp:cNvSpPr/>
      </dsp:nvSpPr>
      <dsp:spPr>
        <a:xfrm>
          <a:off x="0" y="2207172"/>
          <a:ext cx="6309255" cy="551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Total Revenue: </a:t>
          </a:r>
          <a:r>
            <a:rPr lang="en-IN" sz="2500" b="1" kern="1200" dirty="0"/>
            <a:t>₹551K</a:t>
          </a:r>
          <a:r>
            <a:rPr lang="en-IN" sz="2500" kern="1200" dirty="0"/>
            <a:t> </a:t>
          </a:r>
          <a:endParaRPr lang="en-US" sz="2500" kern="1200" dirty="0"/>
        </a:p>
      </dsp:txBody>
      <dsp:txXfrm>
        <a:off x="0" y="2207172"/>
        <a:ext cx="6309255" cy="551793"/>
      </dsp:txXfrm>
    </dsp:sp>
    <dsp:sp modelId="{CECF0775-AE33-4221-803F-18494D1635D4}">
      <dsp:nvSpPr>
        <dsp:cNvPr id="0" name=""/>
        <dsp:cNvSpPr/>
      </dsp:nvSpPr>
      <dsp:spPr>
        <a:xfrm>
          <a:off x="0" y="2758965"/>
          <a:ext cx="6309255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2D812E9-B440-4CD2-AE0A-71AB70DD8EC7}">
      <dsp:nvSpPr>
        <dsp:cNvPr id="0" name=""/>
        <dsp:cNvSpPr/>
      </dsp:nvSpPr>
      <dsp:spPr>
        <a:xfrm>
          <a:off x="0" y="2758965"/>
          <a:ext cx="6309255" cy="551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Average Bill: </a:t>
          </a:r>
          <a:r>
            <a:rPr lang="en-IN" sz="2500" b="1" kern="1200"/>
            <a:t>₹2.76K</a:t>
          </a:r>
          <a:r>
            <a:rPr lang="en-IN" sz="2500" kern="1200"/>
            <a:t> </a:t>
          </a:r>
          <a:endParaRPr lang="en-US" sz="2500" kern="1200"/>
        </a:p>
      </dsp:txBody>
      <dsp:txXfrm>
        <a:off x="0" y="2758965"/>
        <a:ext cx="6309255" cy="551793"/>
      </dsp:txXfrm>
    </dsp:sp>
    <dsp:sp modelId="{CC889F1F-F4D1-45A2-BF4D-F6646FC81778}">
      <dsp:nvSpPr>
        <dsp:cNvPr id="0" name=""/>
        <dsp:cNvSpPr/>
      </dsp:nvSpPr>
      <dsp:spPr>
        <a:xfrm>
          <a:off x="0" y="3310758"/>
          <a:ext cx="6309255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8384043-7095-49CE-A134-A6750676B32B}">
      <dsp:nvSpPr>
        <dsp:cNvPr id="0" name=""/>
        <dsp:cNvSpPr/>
      </dsp:nvSpPr>
      <dsp:spPr>
        <a:xfrm>
          <a:off x="0" y="3310758"/>
          <a:ext cx="6309255" cy="551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Completion Rate: </a:t>
          </a:r>
          <a:r>
            <a:rPr lang="en-IN" sz="2500" b="1" kern="1200"/>
            <a:t>23%</a:t>
          </a:r>
          <a:r>
            <a:rPr lang="en-IN" sz="2500" kern="1200"/>
            <a:t> </a:t>
          </a:r>
          <a:endParaRPr lang="en-US" sz="2500" kern="1200"/>
        </a:p>
      </dsp:txBody>
      <dsp:txXfrm>
        <a:off x="0" y="3310758"/>
        <a:ext cx="6309255" cy="551793"/>
      </dsp:txXfrm>
    </dsp:sp>
    <dsp:sp modelId="{36F1A481-0C0F-4B62-993D-87DA518FA8AB}">
      <dsp:nvSpPr>
        <dsp:cNvPr id="0" name=""/>
        <dsp:cNvSpPr/>
      </dsp:nvSpPr>
      <dsp:spPr>
        <a:xfrm>
          <a:off x="0" y="3862551"/>
          <a:ext cx="6309255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AB33586-B3A3-42DC-93CA-9ADD61E1378B}">
      <dsp:nvSpPr>
        <dsp:cNvPr id="0" name=""/>
        <dsp:cNvSpPr/>
      </dsp:nvSpPr>
      <dsp:spPr>
        <a:xfrm>
          <a:off x="0" y="3862551"/>
          <a:ext cx="6309255" cy="551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No-show Rate: </a:t>
          </a:r>
          <a:r>
            <a:rPr lang="en-IN" sz="2500" b="1" kern="1200"/>
            <a:t>26%</a:t>
          </a:r>
          <a:endParaRPr lang="en-US" sz="2500" kern="1200"/>
        </a:p>
      </dsp:txBody>
      <dsp:txXfrm>
        <a:off x="0" y="3862551"/>
        <a:ext cx="6309255" cy="5517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79AF70-C1A1-4553-9A87-12E20DD3FAA1}">
      <dsp:nvSpPr>
        <dsp:cNvPr id="0" name=""/>
        <dsp:cNvSpPr/>
      </dsp:nvSpPr>
      <dsp:spPr>
        <a:xfrm>
          <a:off x="0" y="7168"/>
          <a:ext cx="4024441" cy="113636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/>
            <a:t>Insights</a:t>
          </a:r>
          <a:endParaRPr lang="en-US" sz="2000" kern="1200"/>
        </a:p>
      </dsp:txBody>
      <dsp:txXfrm>
        <a:off x="55473" y="62641"/>
        <a:ext cx="3913495" cy="1025416"/>
      </dsp:txXfrm>
    </dsp:sp>
    <dsp:sp modelId="{7F16DBC5-B18D-4257-A22F-4633BC3993A9}">
      <dsp:nvSpPr>
        <dsp:cNvPr id="0" name=""/>
        <dsp:cNvSpPr/>
      </dsp:nvSpPr>
      <dsp:spPr>
        <a:xfrm>
          <a:off x="0" y="1209672"/>
          <a:ext cx="4024441" cy="113636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Completed appointments account for </a:t>
          </a:r>
          <a:r>
            <a:rPr lang="en-IN" sz="2000" b="1" kern="1200"/>
            <a:t>23%</a:t>
          </a:r>
          <a:r>
            <a:rPr lang="en-IN" sz="2000" kern="1200"/>
            <a:t> of all appointments. </a:t>
          </a:r>
          <a:endParaRPr lang="en-US" sz="2000" kern="1200"/>
        </a:p>
      </dsp:txBody>
      <dsp:txXfrm>
        <a:off x="55473" y="1265145"/>
        <a:ext cx="3913495" cy="1025416"/>
      </dsp:txXfrm>
    </dsp:sp>
    <dsp:sp modelId="{61AF4EC1-6A04-4CD9-A323-F134218D6A50}">
      <dsp:nvSpPr>
        <dsp:cNvPr id="0" name=""/>
        <dsp:cNvSpPr/>
      </dsp:nvSpPr>
      <dsp:spPr>
        <a:xfrm>
          <a:off x="0" y="2403634"/>
          <a:ext cx="4024441" cy="113636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No-show appointments contribute significantly to operational inefficiency. </a:t>
          </a:r>
          <a:endParaRPr lang="en-US" sz="2000" kern="1200" dirty="0"/>
        </a:p>
      </dsp:txBody>
      <dsp:txXfrm>
        <a:off x="55473" y="2459107"/>
        <a:ext cx="3913495" cy="1025416"/>
      </dsp:txXfrm>
    </dsp:sp>
    <dsp:sp modelId="{F1068747-D7B5-4724-A64C-E9A3224302D1}">
      <dsp:nvSpPr>
        <dsp:cNvPr id="0" name=""/>
        <dsp:cNvSpPr/>
      </dsp:nvSpPr>
      <dsp:spPr>
        <a:xfrm>
          <a:off x="0" y="3597597"/>
          <a:ext cx="4024441" cy="113636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Chemotherapy is the most frequently performed treatment. </a:t>
          </a:r>
          <a:endParaRPr lang="en-US" sz="2000" kern="1200"/>
        </a:p>
      </dsp:txBody>
      <dsp:txXfrm>
        <a:off x="55473" y="3653070"/>
        <a:ext cx="3913495" cy="1025416"/>
      </dsp:txXfrm>
    </dsp:sp>
    <dsp:sp modelId="{3D526406-AA91-4F84-8CE8-9099B59D3941}">
      <dsp:nvSpPr>
        <dsp:cNvPr id="0" name=""/>
        <dsp:cNvSpPr/>
      </dsp:nvSpPr>
      <dsp:spPr>
        <a:xfrm>
          <a:off x="0" y="4791559"/>
          <a:ext cx="4024441" cy="113636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Pediatrics receives the highest number of appointments.  </a:t>
          </a:r>
          <a:endParaRPr lang="en-US" sz="2000" kern="1200"/>
        </a:p>
      </dsp:txBody>
      <dsp:txXfrm>
        <a:off x="55473" y="4847032"/>
        <a:ext cx="3913495" cy="10254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3F4BC9-E936-4DD8-8D83-707A20B11A3F}">
      <dsp:nvSpPr>
        <dsp:cNvPr id="0" name=""/>
        <dsp:cNvSpPr/>
      </dsp:nvSpPr>
      <dsp:spPr>
        <a:xfrm>
          <a:off x="0" y="4578"/>
          <a:ext cx="3866958" cy="97517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15A096-D527-47B1-87E6-FB1FEFEE0DF6}">
      <dsp:nvSpPr>
        <dsp:cNvPr id="0" name=""/>
        <dsp:cNvSpPr/>
      </dsp:nvSpPr>
      <dsp:spPr>
        <a:xfrm>
          <a:off x="294991" y="223993"/>
          <a:ext cx="536348" cy="5363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5DC01-8038-447B-8C0A-14DB96FD0E36}">
      <dsp:nvSpPr>
        <dsp:cNvPr id="0" name=""/>
        <dsp:cNvSpPr/>
      </dsp:nvSpPr>
      <dsp:spPr>
        <a:xfrm>
          <a:off x="1126331" y="4578"/>
          <a:ext cx="2740626" cy="9751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06" tIns="103206" rIns="103206" bIns="10320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Insights</a:t>
          </a:r>
          <a:endParaRPr lang="en-US" sz="1800" kern="1200"/>
        </a:p>
      </dsp:txBody>
      <dsp:txXfrm>
        <a:off x="1126331" y="4578"/>
        <a:ext cx="2740626" cy="975178"/>
      </dsp:txXfrm>
    </dsp:sp>
    <dsp:sp modelId="{87D81FF9-E9CA-4752-AB3B-EA3917870037}">
      <dsp:nvSpPr>
        <dsp:cNvPr id="0" name=""/>
        <dsp:cNvSpPr/>
      </dsp:nvSpPr>
      <dsp:spPr>
        <a:xfrm>
          <a:off x="0" y="1223551"/>
          <a:ext cx="3866958" cy="97517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942081-126D-4D70-B27C-EFF0EEF670F1}">
      <dsp:nvSpPr>
        <dsp:cNvPr id="0" name=""/>
        <dsp:cNvSpPr/>
      </dsp:nvSpPr>
      <dsp:spPr>
        <a:xfrm>
          <a:off x="294991" y="1442966"/>
          <a:ext cx="536348" cy="5363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6B484A-2DAA-480C-96C6-D13644DA250E}">
      <dsp:nvSpPr>
        <dsp:cNvPr id="0" name=""/>
        <dsp:cNvSpPr/>
      </dsp:nvSpPr>
      <dsp:spPr>
        <a:xfrm>
          <a:off x="1126331" y="1223551"/>
          <a:ext cx="2740626" cy="9751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06" tIns="103206" rIns="103206" bIns="10320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Central Hospital generates the highest revenue. </a:t>
          </a:r>
          <a:endParaRPr lang="en-US" sz="1800" kern="1200"/>
        </a:p>
      </dsp:txBody>
      <dsp:txXfrm>
        <a:off x="1126331" y="1223551"/>
        <a:ext cx="2740626" cy="975178"/>
      </dsp:txXfrm>
    </dsp:sp>
    <dsp:sp modelId="{00D39D31-14D5-4FD1-8489-528D232F0CB1}">
      <dsp:nvSpPr>
        <dsp:cNvPr id="0" name=""/>
        <dsp:cNvSpPr/>
      </dsp:nvSpPr>
      <dsp:spPr>
        <a:xfrm>
          <a:off x="0" y="2442524"/>
          <a:ext cx="3866958" cy="97517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4E4D24-3707-4832-AD8A-D8497B2CA093}">
      <dsp:nvSpPr>
        <dsp:cNvPr id="0" name=""/>
        <dsp:cNvSpPr/>
      </dsp:nvSpPr>
      <dsp:spPr>
        <a:xfrm>
          <a:off x="294991" y="2661939"/>
          <a:ext cx="536348" cy="5363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793C01-4172-4931-97F2-270F9DB237D7}">
      <dsp:nvSpPr>
        <dsp:cNvPr id="0" name=""/>
        <dsp:cNvSpPr/>
      </dsp:nvSpPr>
      <dsp:spPr>
        <a:xfrm>
          <a:off x="1126331" y="2442524"/>
          <a:ext cx="2740626" cy="9751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06" tIns="103206" rIns="103206" bIns="10320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Credit Card is the most preferred payment method. </a:t>
          </a:r>
          <a:endParaRPr lang="en-US" sz="1800" kern="1200"/>
        </a:p>
      </dsp:txBody>
      <dsp:txXfrm>
        <a:off x="1126331" y="2442524"/>
        <a:ext cx="2740626" cy="975178"/>
      </dsp:txXfrm>
    </dsp:sp>
    <dsp:sp modelId="{7E8F28A0-F288-4824-822A-71F315ADA5B3}">
      <dsp:nvSpPr>
        <dsp:cNvPr id="0" name=""/>
        <dsp:cNvSpPr/>
      </dsp:nvSpPr>
      <dsp:spPr>
        <a:xfrm>
          <a:off x="0" y="3661497"/>
          <a:ext cx="3866958" cy="97517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FF9EEC-F03D-4AF0-BED8-0E6F1E209878}">
      <dsp:nvSpPr>
        <dsp:cNvPr id="0" name=""/>
        <dsp:cNvSpPr/>
      </dsp:nvSpPr>
      <dsp:spPr>
        <a:xfrm>
          <a:off x="294991" y="3880912"/>
          <a:ext cx="536348" cy="5363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C5204D-3AB7-439B-8BC8-D241CF697F8E}">
      <dsp:nvSpPr>
        <dsp:cNvPr id="0" name=""/>
        <dsp:cNvSpPr/>
      </dsp:nvSpPr>
      <dsp:spPr>
        <a:xfrm>
          <a:off x="1126331" y="3661497"/>
          <a:ext cx="2740626" cy="9751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06" tIns="103206" rIns="103206" bIns="10320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Patient registrations fluctuate across months. </a:t>
          </a:r>
          <a:endParaRPr lang="en-US" sz="1800" kern="1200"/>
        </a:p>
      </dsp:txBody>
      <dsp:txXfrm>
        <a:off x="1126331" y="3661497"/>
        <a:ext cx="2740626" cy="975178"/>
      </dsp:txXfrm>
    </dsp:sp>
    <dsp:sp modelId="{E7AC9815-A56D-4ACC-8608-B27974DAC661}">
      <dsp:nvSpPr>
        <dsp:cNvPr id="0" name=""/>
        <dsp:cNvSpPr/>
      </dsp:nvSpPr>
      <dsp:spPr>
        <a:xfrm>
          <a:off x="0" y="4880470"/>
          <a:ext cx="3866958" cy="97517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716639-359A-41A1-8EAE-A3135CA4AF72}">
      <dsp:nvSpPr>
        <dsp:cNvPr id="0" name=""/>
        <dsp:cNvSpPr/>
      </dsp:nvSpPr>
      <dsp:spPr>
        <a:xfrm>
          <a:off x="294991" y="5099885"/>
          <a:ext cx="536348" cy="5363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A5ECBE-9588-42E9-84B7-9E410F77A4DB}">
      <dsp:nvSpPr>
        <dsp:cNvPr id="0" name=""/>
        <dsp:cNvSpPr/>
      </dsp:nvSpPr>
      <dsp:spPr>
        <a:xfrm>
          <a:off x="1126331" y="4880470"/>
          <a:ext cx="2740626" cy="9751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06" tIns="103206" rIns="103206" bIns="10320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Revenue shows varying monthly performance. </a:t>
          </a:r>
          <a:endParaRPr lang="en-US" sz="1800" kern="1200"/>
        </a:p>
      </dsp:txBody>
      <dsp:txXfrm>
        <a:off x="1126331" y="4880470"/>
        <a:ext cx="2740626" cy="9751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D548A0-DA0B-4BDD-99BB-DE0E3D02131A}">
      <dsp:nvSpPr>
        <dsp:cNvPr id="0" name=""/>
        <dsp:cNvSpPr/>
      </dsp:nvSpPr>
      <dsp:spPr>
        <a:xfrm>
          <a:off x="0" y="0"/>
          <a:ext cx="7159752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EEA1978-62F4-49FE-AB07-39DCFD4AA030}">
      <dsp:nvSpPr>
        <dsp:cNvPr id="0" name=""/>
        <dsp:cNvSpPr/>
      </dsp:nvSpPr>
      <dsp:spPr>
        <a:xfrm>
          <a:off x="0" y="0"/>
          <a:ext cx="1431950" cy="286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Key Findings</a:t>
          </a:r>
          <a:endParaRPr lang="en-US" sz="1400" kern="1200"/>
        </a:p>
      </dsp:txBody>
      <dsp:txXfrm>
        <a:off x="0" y="0"/>
        <a:ext cx="1431950" cy="2862071"/>
      </dsp:txXfrm>
    </dsp:sp>
    <dsp:sp modelId="{73A4D63B-915F-40C7-8B97-A6BB3FC983A4}">
      <dsp:nvSpPr>
        <dsp:cNvPr id="0" name=""/>
        <dsp:cNvSpPr/>
      </dsp:nvSpPr>
      <dsp:spPr>
        <a:xfrm>
          <a:off x="1539346" y="26971"/>
          <a:ext cx="5620405" cy="53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Monitor and reduce no-show appointments through reminder systems. </a:t>
          </a:r>
          <a:endParaRPr lang="en-US" sz="1500" kern="1200"/>
        </a:p>
      </dsp:txBody>
      <dsp:txXfrm>
        <a:off x="1539346" y="26971"/>
        <a:ext cx="5620405" cy="539433"/>
      </dsp:txXfrm>
    </dsp:sp>
    <dsp:sp modelId="{46376B2D-9B76-4F43-84FF-20B5E452559D}">
      <dsp:nvSpPr>
        <dsp:cNvPr id="0" name=""/>
        <dsp:cNvSpPr/>
      </dsp:nvSpPr>
      <dsp:spPr>
        <a:xfrm>
          <a:off x="1431950" y="566405"/>
          <a:ext cx="5727801" cy="0"/>
        </a:xfrm>
        <a:prstGeom prst="line">
          <a:avLst/>
        </a:prstGeom>
        <a:noFill/>
        <a:ln w="63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09BEBF01-BC63-43C8-B4AA-272C19EC5A37}">
      <dsp:nvSpPr>
        <dsp:cNvPr id="0" name=""/>
        <dsp:cNvSpPr/>
      </dsp:nvSpPr>
      <dsp:spPr>
        <a:xfrm>
          <a:off x="1539346" y="593376"/>
          <a:ext cx="5620405" cy="53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Allocate resources based on department appointment volume. </a:t>
          </a:r>
          <a:endParaRPr lang="en-US" sz="1500" kern="1200"/>
        </a:p>
      </dsp:txBody>
      <dsp:txXfrm>
        <a:off x="1539346" y="593376"/>
        <a:ext cx="5620405" cy="539433"/>
      </dsp:txXfrm>
    </dsp:sp>
    <dsp:sp modelId="{1E33022E-6B31-464C-A7A0-976CEF66472A}">
      <dsp:nvSpPr>
        <dsp:cNvPr id="0" name=""/>
        <dsp:cNvSpPr/>
      </dsp:nvSpPr>
      <dsp:spPr>
        <a:xfrm>
          <a:off x="1431950" y="1132810"/>
          <a:ext cx="5727801" cy="0"/>
        </a:xfrm>
        <a:prstGeom prst="line">
          <a:avLst/>
        </a:prstGeom>
        <a:noFill/>
        <a:ln w="63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8D84DDAE-7B86-4329-B886-78FB16CC18AB}">
      <dsp:nvSpPr>
        <dsp:cNvPr id="0" name=""/>
        <dsp:cNvSpPr/>
      </dsp:nvSpPr>
      <dsp:spPr>
        <a:xfrm>
          <a:off x="1539346" y="1159782"/>
          <a:ext cx="5620405" cy="53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Focus on high-performing hospital branches. </a:t>
          </a:r>
          <a:endParaRPr lang="en-US" sz="1500" kern="1200"/>
        </a:p>
      </dsp:txBody>
      <dsp:txXfrm>
        <a:off x="1539346" y="1159782"/>
        <a:ext cx="5620405" cy="539433"/>
      </dsp:txXfrm>
    </dsp:sp>
    <dsp:sp modelId="{75484D07-C753-4C20-95CA-9F85ED07612F}">
      <dsp:nvSpPr>
        <dsp:cNvPr id="0" name=""/>
        <dsp:cNvSpPr/>
      </dsp:nvSpPr>
      <dsp:spPr>
        <a:xfrm>
          <a:off x="1431950" y="1699215"/>
          <a:ext cx="5727801" cy="0"/>
        </a:xfrm>
        <a:prstGeom prst="line">
          <a:avLst/>
        </a:prstGeom>
        <a:noFill/>
        <a:ln w="63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547734E5-9E20-4A28-9602-8815C2D57258}">
      <dsp:nvSpPr>
        <dsp:cNvPr id="0" name=""/>
        <dsp:cNvSpPr/>
      </dsp:nvSpPr>
      <dsp:spPr>
        <a:xfrm>
          <a:off x="1539346" y="1726187"/>
          <a:ext cx="5620405" cy="53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Optimize staffing using appointment trends. </a:t>
          </a:r>
          <a:endParaRPr lang="en-US" sz="1500" kern="1200"/>
        </a:p>
      </dsp:txBody>
      <dsp:txXfrm>
        <a:off x="1539346" y="1726187"/>
        <a:ext cx="5620405" cy="539433"/>
      </dsp:txXfrm>
    </dsp:sp>
    <dsp:sp modelId="{013C9B7A-B85D-47A8-A831-BDA9996F6079}">
      <dsp:nvSpPr>
        <dsp:cNvPr id="0" name=""/>
        <dsp:cNvSpPr/>
      </dsp:nvSpPr>
      <dsp:spPr>
        <a:xfrm>
          <a:off x="1431950" y="2265620"/>
          <a:ext cx="5727801" cy="0"/>
        </a:xfrm>
        <a:prstGeom prst="line">
          <a:avLst/>
        </a:prstGeom>
        <a:noFill/>
        <a:ln w="63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93445EAF-8574-40A1-9515-65315C241D4A}">
      <dsp:nvSpPr>
        <dsp:cNvPr id="0" name=""/>
        <dsp:cNvSpPr/>
      </dsp:nvSpPr>
      <dsp:spPr>
        <a:xfrm>
          <a:off x="1539346" y="2292592"/>
          <a:ext cx="5620405" cy="53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Improve revenue tracking through payment method analysis. </a:t>
          </a:r>
          <a:endParaRPr lang="en-US" sz="1500" kern="1200"/>
        </a:p>
      </dsp:txBody>
      <dsp:txXfrm>
        <a:off x="1539346" y="2292592"/>
        <a:ext cx="5620405" cy="539433"/>
      </dsp:txXfrm>
    </dsp:sp>
    <dsp:sp modelId="{91E5EBC1-1A70-47B5-9719-52AD6CAE4409}">
      <dsp:nvSpPr>
        <dsp:cNvPr id="0" name=""/>
        <dsp:cNvSpPr/>
      </dsp:nvSpPr>
      <dsp:spPr>
        <a:xfrm>
          <a:off x="1431950" y="2832025"/>
          <a:ext cx="5727801" cy="0"/>
        </a:xfrm>
        <a:prstGeom prst="line">
          <a:avLst/>
        </a:prstGeom>
        <a:noFill/>
        <a:ln w="63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5726E4D0-4056-4D7D-8825-E4D8177DB400}">
      <dsp:nvSpPr>
        <dsp:cNvPr id="0" name=""/>
        <dsp:cNvSpPr/>
      </dsp:nvSpPr>
      <dsp:spPr>
        <a:xfrm>
          <a:off x="0" y="2862071"/>
          <a:ext cx="7159752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1276E33-308D-4AE4-9974-BE35CC2E1C38}">
      <dsp:nvSpPr>
        <dsp:cNvPr id="0" name=""/>
        <dsp:cNvSpPr/>
      </dsp:nvSpPr>
      <dsp:spPr>
        <a:xfrm>
          <a:off x="0" y="2862071"/>
          <a:ext cx="1431950" cy="286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Skills Demonstrated</a:t>
          </a:r>
          <a:endParaRPr lang="en-US" sz="1400" kern="1200"/>
        </a:p>
      </dsp:txBody>
      <dsp:txXfrm>
        <a:off x="0" y="2862071"/>
        <a:ext cx="1431950" cy="2862071"/>
      </dsp:txXfrm>
    </dsp:sp>
    <dsp:sp modelId="{983E97AB-9546-4175-81CB-DEAD8111CD08}">
      <dsp:nvSpPr>
        <dsp:cNvPr id="0" name=""/>
        <dsp:cNvSpPr/>
      </dsp:nvSpPr>
      <dsp:spPr>
        <a:xfrm>
          <a:off x="1539346" y="2884606"/>
          <a:ext cx="5620405" cy="450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Power Query </a:t>
          </a:r>
          <a:endParaRPr lang="en-US" sz="1500" kern="1200"/>
        </a:p>
      </dsp:txBody>
      <dsp:txXfrm>
        <a:off x="1539346" y="2884606"/>
        <a:ext cx="5620405" cy="450692"/>
      </dsp:txXfrm>
    </dsp:sp>
    <dsp:sp modelId="{B46D6872-2A56-41DC-8813-783243F45CAD}">
      <dsp:nvSpPr>
        <dsp:cNvPr id="0" name=""/>
        <dsp:cNvSpPr/>
      </dsp:nvSpPr>
      <dsp:spPr>
        <a:xfrm>
          <a:off x="1431950" y="3335299"/>
          <a:ext cx="5727801" cy="0"/>
        </a:xfrm>
        <a:prstGeom prst="line">
          <a:avLst/>
        </a:prstGeom>
        <a:noFill/>
        <a:ln w="63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41BF5EB4-511A-422C-8A38-618BDDD4D6B8}">
      <dsp:nvSpPr>
        <dsp:cNvPr id="0" name=""/>
        <dsp:cNvSpPr/>
      </dsp:nvSpPr>
      <dsp:spPr>
        <a:xfrm>
          <a:off x="1539346" y="3357833"/>
          <a:ext cx="5620405" cy="450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Data Modelling </a:t>
          </a:r>
          <a:endParaRPr lang="en-US" sz="1500" kern="1200"/>
        </a:p>
      </dsp:txBody>
      <dsp:txXfrm>
        <a:off x="1539346" y="3357833"/>
        <a:ext cx="5620405" cy="450692"/>
      </dsp:txXfrm>
    </dsp:sp>
    <dsp:sp modelId="{15CAF306-2B63-42D0-9076-5035B7F7273E}">
      <dsp:nvSpPr>
        <dsp:cNvPr id="0" name=""/>
        <dsp:cNvSpPr/>
      </dsp:nvSpPr>
      <dsp:spPr>
        <a:xfrm>
          <a:off x="1431950" y="3808526"/>
          <a:ext cx="5727801" cy="0"/>
        </a:xfrm>
        <a:prstGeom prst="line">
          <a:avLst/>
        </a:prstGeom>
        <a:noFill/>
        <a:ln w="63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C4412DAE-AF11-41F4-8749-3820CD6BACEF}">
      <dsp:nvSpPr>
        <dsp:cNvPr id="0" name=""/>
        <dsp:cNvSpPr/>
      </dsp:nvSpPr>
      <dsp:spPr>
        <a:xfrm>
          <a:off x="1539346" y="3831060"/>
          <a:ext cx="5620405" cy="450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DAX Measures </a:t>
          </a:r>
          <a:endParaRPr lang="en-US" sz="1500" kern="1200"/>
        </a:p>
      </dsp:txBody>
      <dsp:txXfrm>
        <a:off x="1539346" y="3831060"/>
        <a:ext cx="5620405" cy="450692"/>
      </dsp:txXfrm>
    </dsp:sp>
    <dsp:sp modelId="{54159875-02E8-4FD9-B645-5E8E165E22A8}">
      <dsp:nvSpPr>
        <dsp:cNvPr id="0" name=""/>
        <dsp:cNvSpPr/>
      </dsp:nvSpPr>
      <dsp:spPr>
        <a:xfrm>
          <a:off x="1431950" y="4281753"/>
          <a:ext cx="5727801" cy="0"/>
        </a:xfrm>
        <a:prstGeom prst="line">
          <a:avLst/>
        </a:prstGeom>
        <a:noFill/>
        <a:ln w="63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437C67EB-8E45-469C-8782-5C8842DC2044}">
      <dsp:nvSpPr>
        <dsp:cNvPr id="0" name=""/>
        <dsp:cNvSpPr/>
      </dsp:nvSpPr>
      <dsp:spPr>
        <a:xfrm>
          <a:off x="1539346" y="4304287"/>
          <a:ext cx="5620405" cy="450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KPI Design </a:t>
          </a:r>
          <a:endParaRPr lang="en-US" sz="1500" kern="1200"/>
        </a:p>
      </dsp:txBody>
      <dsp:txXfrm>
        <a:off x="1539346" y="4304287"/>
        <a:ext cx="5620405" cy="450692"/>
      </dsp:txXfrm>
    </dsp:sp>
    <dsp:sp modelId="{6C40894A-07E6-417A-A257-0158C3506ADF}">
      <dsp:nvSpPr>
        <dsp:cNvPr id="0" name=""/>
        <dsp:cNvSpPr/>
      </dsp:nvSpPr>
      <dsp:spPr>
        <a:xfrm>
          <a:off x="1431950" y="4754980"/>
          <a:ext cx="5727801" cy="0"/>
        </a:xfrm>
        <a:prstGeom prst="line">
          <a:avLst/>
        </a:prstGeom>
        <a:noFill/>
        <a:ln w="63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D930BB0C-0F6F-4F36-BC45-D9A97FCEE959}">
      <dsp:nvSpPr>
        <dsp:cNvPr id="0" name=""/>
        <dsp:cNvSpPr/>
      </dsp:nvSpPr>
      <dsp:spPr>
        <a:xfrm>
          <a:off x="1539346" y="4777515"/>
          <a:ext cx="5620405" cy="450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Interactive Dashboard Development </a:t>
          </a:r>
          <a:endParaRPr lang="en-US" sz="1500" kern="1200"/>
        </a:p>
      </dsp:txBody>
      <dsp:txXfrm>
        <a:off x="1539346" y="4777515"/>
        <a:ext cx="5620405" cy="450692"/>
      </dsp:txXfrm>
    </dsp:sp>
    <dsp:sp modelId="{0508077C-C299-4F66-90C8-1A287EAF0FDA}">
      <dsp:nvSpPr>
        <dsp:cNvPr id="0" name=""/>
        <dsp:cNvSpPr/>
      </dsp:nvSpPr>
      <dsp:spPr>
        <a:xfrm>
          <a:off x="1431950" y="5228207"/>
          <a:ext cx="5727801" cy="0"/>
        </a:xfrm>
        <a:prstGeom prst="line">
          <a:avLst/>
        </a:prstGeom>
        <a:noFill/>
        <a:ln w="63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18CAC1C7-A1B4-4708-A0E7-8A15951E3FD6}">
      <dsp:nvSpPr>
        <dsp:cNvPr id="0" name=""/>
        <dsp:cNvSpPr/>
      </dsp:nvSpPr>
      <dsp:spPr>
        <a:xfrm>
          <a:off x="1539346" y="5250742"/>
          <a:ext cx="5620405" cy="450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Business Insights</a:t>
          </a:r>
          <a:endParaRPr lang="en-US" sz="1500" kern="1200"/>
        </a:p>
      </dsp:txBody>
      <dsp:txXfrm>
        <a:off x="1539346" y="5250742"/>
        <a:ext cx="5620405" cy="450692"/>
      </dsp:txXfrm>
    </dsp:sp>
    <dsp:sp modelId="{53DB87F5-F64D-4D65-800E-29B5E7786860}">
      <dsp:nvSpPr>
        <dsp:cNvPr id="0" name=""/>
        <dsp:cNvSpPr/>
      </dsp:nvSpPr>
      <dsp:spPr>
        <a:xfrm>
          <a:off x="1431950" y="5701434"/>
          <a:ext cx="5727801" cy="0"/>
        </a:xfrm>
        <a:prstGeom prst="line">
          <a:avLst/>
        </a:prstGeom>
        <a:noFill/>
        <a:ln w="63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F118477-BA54-4B0E-9EC5-D8568300CAF2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83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53AA-13B8-469A-87B0-FF7C74E1EADE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008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3B0F7F-6AD6-4AF0-8BB1-D49CE0F9F622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413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16F69B6-6D5E-4363-B374-18E94027D1E6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40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DEE5A9B-1189-4B03-AA34-8ABCB3EDCE59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949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93776"/>
            <a:ext cx="8028432" cy="4325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65776"/>
            <a:ext cx="5431536" cy="11887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D32A50-3A67-42D0-AFC3-9798A621A2DF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07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5111496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5698FC-C9DA-44B4-AC6C-01EEA7EAAA4C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86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170516"/>
            <a:ext cx="4800600" cy="10839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ECA0D2-D30D-4484-8941-E31C1541BC59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039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8961120" cy="465429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FA793B8-7270-4493-83ED-C07D34603133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94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94744" y="2423160"/>
            <a:ext cx="578097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D26B-DEF0-4EC5-90CD-3C7B79EC8572}" type="datetime1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835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CA36A28-16B8-4B74-ADBC-086BC21557C6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4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07CC-3A12-4A50-A3BE-C6063551B4A3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02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0E33-4FBE-4166-8E4D-D16E2368EAF9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15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88B5-3E47-407E-A4D5-0E98E41979E9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99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9CD1-440F-4DE5-9914-1074B1963E64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10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5DF8-55DB-438A-B328-5A22697F5E96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246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9F2D74A-71A1-4609-9BED-C43EBEF2D096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9720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B868B-869A-478B-B17A-F3477F1ABEB8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6166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8CCA563-903D-4707-A09B-73AE7FD9F3E4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05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7B-DE86-4C56-A69A-2124AC6051DB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354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5E8E98-97C5-4AE8-8CC9-69C51FF1A0EF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652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4F82-DB30-4BD5-9E9D-AD825E313C84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139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E7477ED-8564-46ED-8FFC-DE5A509699F3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899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26781-2293-4754-A74B-94E6E7D7B311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791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FBFA6E-9D0B-474A-AFB9-4E0832448570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87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67648-9FB3-40F4-8072-E80887331DF3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231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07E99A-2976-4D79-B66C-833B4C12E9C9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494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DD7D-A4A9-4042-8D3D-AF897B76225E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9831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A3D79-61FB-48D3-96EC-9D73986E2DB4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0678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E407E80-9270-4600-9E83-876C054EC0ED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3461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7A043757-40C8-48EB-A459-80D3B00F0BCB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7555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D0304CB2-AF95-4B6C-81FD-EF29E4F12940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9003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FD636673-28CE-4CCE-80FB-7124C935A31A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7744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802264-EF96-4074-A671-AB5D99F5E332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0935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490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84F615-9106-410C-834A-3DBE51A81CC1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4593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EA1A10B-111C-8469-40F7-C3551BB027D0}"/>
              </a:ext>
            </a:extLst>
          </p:cNvPr>
          <p:cNvSpPr/>
          <p:nvPr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591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80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5A920F-C91E-4FD9-A8A8-AC96444816EA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2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91DA-BC67-4FFF-80B3-6A83720BA580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987552"/>
            <a:ext cx="10149840" cy="4846320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400" b="0" cap="all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000" b="0" cap="all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3600" b="0" cap="all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3200" b="0" cap="all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2800" b="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55823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5565DD7-EB64-4BFE-B850-4043488A7CD8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30936"/>
            <a:ext cx="844905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8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0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36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688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2C979-2DBB-4FF5-B773-BBC906FD5969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877824"/>
            <a:ext cx="8046720" cy="5065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/>
            </a:lvl1pPr>
            <a:lvl2pPr marL="228600" indent="0">
              <a:lnSpc>
                <a:spcPct val="110000"/>
              </a:lnSpc>
              <a:buNone/>
              <a:defRPr sz="4800" b="0"/>
            </a:lvl2pPr>
            <a:lvl3pPr marL="457200" indent="0">
              <a:lnSpc>
                <a:spcPct val="110000"/>
              </a:lnSpc>
              <a:buNone/>
              <a:defRPr sz="4400" b="0"/>
            </a:lvl3pPr>
            <a:lvl4pPr marL="685800" indent="0">
              <a:lnSpc>
                <a:spcPct val="110000"/>
              </a:lnSpc>
              <a:buNone/>
              <a:defRPr sz="4000" b="0"/>
            </a:lvl4pPr>
            <a:lvl5pPr marL="914400" indent="0">
              <a:lnSpc>
                <a:spcPct val="110000"/>
              </a:lnSpc>
              <a:buNone/>
              <a:defRPr sz="3600" b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42408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4F2-69E3-42EA-A769-C3221255F524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96767"/>
            <a:ext cx="9848088" cy="3767328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6000" b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5400" b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800" b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400" b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4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20240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8488" y="5376672"/>
            <a:ext cx="9079992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21600-2F49-4BDF-9F00-79A81477383F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527048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35854944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AF1DAFD-6C43-776A-EDEF-047653131661}"/>
              </a:ext>
            </a:extLst>
          </p:cNvPr>
          <p:cNvSpPr/>
          <p:nvPr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148072"/>
            <a:ext cx="8366760" cy="118872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23558-A89A-4F39-900D-C4A4FDA1B2E7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783080"/>
            <a:ext cx="8503920" cy="3209544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64135969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5BDAC2-53C5-6F8B-7446-54D1152EB91B}"/>
              </a:ext>
            </a:extLst>
          </p:cNvPr>
          <p:cNvSpPr/>
          <p:nvPr/>
        </p:nvSpPr>
        <p:spPr>
          <a:xfrm>
            <a:off x="0" y="0"/>
            <a:ext cx="11385608" cy="5084064"/>
          </a:xfrm>
          <a:custGeom>
            <a:avLst/>
            <a:gdLst>
              <a:gd name="connsiteX0" fmla="*/ 0 w 11385608"/>
              <a:gd name="connsiteY0" fmla="*/ 0 h 5084064"/>
              <a:gd name="connsiteX1" fmla="*/ 11385608 w 11385608"/>
              <a:gd name="connsiteY1" fmla="*/ 0 h 5084064"/>
              <a:gd name="connsiteX2" fmla="*/ 11385608 w 11385608"/>
              <a:gd name="connsiteY2" fmla="*/ 4562110 h 5084064"/>
              <a:gd name="connsiteX3" fmla="*/ 10863655 w 11385608"/>
              <a:gd name="connsiteY3" fmla="*/ 5084064 h 5084064"/>
              <a:gd name="connsiteX4" fmla="*/ 0 w 11385608"/>
              <a:gd name="connsiteY4" fmla="*/ 5084064 h 508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5084064">
                <a:moveTo>
                  <a:pt x="0" y="0"/>
                </a:moveTo>
                <a:lnTo>
                  <a:pt x="11385608" y="0"/>
                </a:lnTo>
                <a:lnTo>
                  <a:pt x="11385608" y="4562110"/>
                </a:lnTo>
                <a:cubicBezTo>
                  <a:pt x="11385608" y="4850377"/>
                  <a:pt x="11151922" y="5084064"/>
                  <a:pt x="10863655" y="5084064"/>
                </a:cubicBezTo>
                <a:lnTo>
                  <a:pt x="0" y="5084064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449824"/>
            <a:ext cx="9546336" cy="905256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2020B-CB60-4281-A570-6300974B7A2E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30352"/>
            <a:ext cx="9683496" cy="395020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30886684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4965192"/>
            <a:ext cx="8339328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033272"/>
            <a:ext cx="8467344" cy="3931920"/>
          </a:xfrm>
        </p:spPr>
        <p:txBody>
          <a:bodyPr anchor="b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215D8-97AA-4B85-B7A0-A02F39368DA3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898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CE14-1FF6-4074-BE8F-BABA3B0759C8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3821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71389-0C57-4856-A530-D0CC79ABF97F}" type="datetime1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421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13EFD-DF71-4A7D-9C47-1BBDB138B295}" type="datetime1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403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E319-9B1C-4A02-A60F-55C05B841F00}" type="datetime1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021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397E-666B-470F-A253-6BE6BC97EEBE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3340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249CC-ABEB-43E4-956A-E3EA25785381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6530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689B-95F7-4D9F-8FA3-5EAD5F062125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517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EC20F-E1D8-4943-B054-6F2B6C10D630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84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492240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F7F99000-8DC5-4FAA-962C-D38BB4F2BF7D}" type="datetime1">
              <a:rPr lang="en-US" smtClean="0"/>
              <a:t>7/13/2026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7112" y="6492240"/>
            <a:ext cx="266090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456" y="6492240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17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2" r:id="rId2"/>
    <p:sldLayoutId id="2147483804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  <p:sldLayoutId id="2147483767" r:id="rId18"/>
    <p:sldLayoutId id="2147483768" r:id="rId19"/>
    <p:sldLayoutId id="2147483769" r:id="rId20"/>
    <p:sldLayoutId id="2147483770" r:id="rId21"/>
    <p:sldLayoutId id="2147483771" r:id="rId22"/>
    <p:sldLayoutId id="2147483772" r:id="rId23"/>
    <p:sldLayoutId id="2147483773" r:id="rId24"/>
    <p:sldLayoutId id="2147483774" r:id="rId25"/>
    <p:sldLayoutId id="2147483775" r:id="rId26"/>
    <p:sldLayoutId id="2147483776" r:id="rId27"/>
    <p:sldLayoutId id="2147483777" r:id="rId28"/>
    <p:sldLayoutId id="2147483778" r:id="rId29"/>
    <p:sldLayoutId id="2147483779" r:id="rId30"/>
    <p:sldLayoutId id="2147483780" r:id="rId31"/>
    <p:sldLayoutId id="2147483781" r:id="rId32"/>
    <p:sldLayoutId id="2147483782" r:id="rId33"/>
    <p:sldLayoutId id="2147483783" r:id="rId34"/>
    <p:sldLayoutId id="2147483784" r:id="rId35"/>
    <p:sldLayoutId id="2147483785" r:id="rId36"/>
    <p:sldLayoutId id="2147483786" r:id="rId37"/>
    <p:sldLayoutId id="2147483787" r:id="rId38"/>
    <p:sldLayoutId id="2147483788" r:id="rId39"/>
    <p:sldLayoutId id="2147483789" r:id="rId40"/>
    <p:sldLayoutId id="2147483790" r:id="rId41"/>
    <p:sldLayoutId id="2147483791" r:id="rId42"/>
    <p:sldLayoutId id="2147483792" r:id="rId43"/>
    <p:sldLayoutId id="2147483793" r:id="rId44"/>
    <p:sldLayoutId id="2147483794" r:id="rId45"/>
    <p:sldLayoutId id="2147483795" r:id="rId46"/>
    <p:sldLayoutId id="2147483796" r:id="rId47"/>
    <p:sldLayoutId id="2147483797" r:id="rId48"/>
    <p:sldLayoutId id="2147483798" r:id="rId49"/>
    <p:sldLayoutId id="2147483799" r:id="rId50"/>
    <p:sldLayoutId id="2147483800" r:id="rId51"/>
    <p:sldLayoutId id="2147483801" r:id="rId5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19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10" Type="http://schemas.openxmlformats.org/officeDocument/2006/relationships/image" Target="../media/image22.pn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59118-801E-6CD4-0CBC-9CB165CAD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/>
          <a:p>
            <a:pPr algn="ctr"/>
            <a:r>
              <a:rPr lang="en-IN" sz="5400" dirty="0"/>
              <a:t>Hospital Management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30B924-C9E4-9AC5-3015-5F5A791760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7075" y="2241857"/>
            <a:ext cx="2639959" cy="385876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1500" b="1" dirty="0"/>
              <a:t>Tools Used</a:t>
            </a:r>
            <a:endParaRPr lang="en-IN" sz="1500" dirty="0"/>
          </a:p>
          <a:p>
            <a:pPr>
              <a:lnSpc>
                <a:spcPct val="110000"/>
              </a:lnSpc>
            </a:pPr>
            <a:r>
              <a:rPr lang="en-IN" sz="1500" dirty="0"/>
              <a:t>Power BI </a:t>
            </a:r>
          </a:p>
          <a:p>
            <a:pPr>
              <a:lnSpc>
                <a:spcPct val="110000"/>
              </a:lnSpc>
            </a:pPr>
            <a:r>
              <a:rPr lang="en-IN" sz="1500" dirty="0"/>
              <a:t>Power Query </a:t>
            </a:r>
          </a:p>
          <a:p>
            <a:pPr>
              <a:lnSpc>
                <a:spcPct val="110000"/>
              </a:lnSpc>
            </a:pPr>
            <a:r>
              <a:rPr lang="en-IN" sz="1500" dirty="0"/>
              <a:t>DAX </a:t>
            </a:r>
          </a:p>
          <a:p>
            <a:pPr>
              <a:lnSpc>
                <a:spcPct val="110000"/>
              </a:lnSpc>
            </a:pPr>
            <a:r>
              <a:rPr lang="en-IN" sz="1500" dirty="0"/>
              <a:t>Data Modelling </a:t>
            </a:r>
          </a:p>
          <a:p>
            <a:pPr>
              <a:lnSpc>
                <a:spcPct val="110000"/>
              </a:lnSpc>
            </a:pPr>
            <a:r>
              <a:rPr lang="en-IN" sz="1500" b="1" dirty="0"/>
              <a:t>Dataset</a:t>
            </a:r>
            <a:endParaRPr lang="en-IN" sz="1500" dirty="0"/>
          </a:p>
          <a:p>
            <a:pPr>
              <a:lnSpc>
                <a:spcPct val="110000"/>
              </a:lnSpc>
            </a:pPr>
            <a:r>
              <a:rPr lang="en-IN" sz="1500" dirty="0"/>
              <a:t>5 Related Tables </a:t>
            </a:r>
          </a:p>
          <a:p>
            <a:pPr>
              <a:lnSpc>
                <a:spcPct val="110000"/>
              </a:lnSpc>
            </a:pPr>
            <a:r>
              <a:rPr lang="en-IN" sz="1500" dirty="0"/>
              <a:t>200 Appointments </a:t>
            </a:r>
          </a:p>
          <a:p>
            <a:pPr>
              <a:lnSpc>
                <a:spcPct val="110000"/>
              </a:lnSpc>
            </a:pPr>
            <a:r>
              <a:rPr lang="en-IN" sz="1500" dirty="0"/>
              <a:t>50 Patients </a:t>
            </a:r>
          </a:p>
          <a:p>
            <a:pPr>
              <a:lnSpc>
                <a:spcPct val="110000"/>
              </a:lnSpc>
            </a:pPr>
            <a:r>
              <a:rPr lang="en-IN" sz="1500" dirty="0"/>
              <a:t>10 Doctors</a:t>
            </a:r>
          </a:p>
          <a:p>
            <a:pPr>
              <a:lnSpc>
                <a:spcPct val="110000"/>
              </a:lnSpc>
            </a:pP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695123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7E3C-1686-9276-9577-4E9B8A4E2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986396"/>
          </a:xfrm>
        </p:spPr>
        <p:txBody>
          <a:bodyPr anchor="t">
            <a:normAutofit/>
          </a:bodyPr>
          <a:lstStyle/>
          <a:p>
            <a:pPr algn="ctr"/>
            <a:r>
              <a:rPr lang="en-IN" sz="6000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9791F-9C5A-2C63-56EB-803611BC8D7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1744717"/>
            <a:ext cx="3206812" cy="4354331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1300" b="1" dirty="0"/>
              <a:t>Objective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1300" dirty="0"/>
              <a:t>Develop an interactive Hospital Management Dashboard to monitor appointments, revenue, patient registrations, treatments, and hospital performance.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300" b="1" dirty="0"/>
              <a:t>Key Features</a:t>
            </a:r>
          </a:p>
          <a:p>
            <a:pPr>
              <a:lnSpc>
                <a:spcPct val="110000"/>
              </a:lnSpc>
            </a:pPr>
            <a:r>
              <a:rPr lang="en-IN" sz="1300" dirty="0"/>
              <a:t>Multi-table Data Model </a:t>
            </a:r>
          </a:p>
          <a:p>
            <a:pPr>
              <a:lnSpc>
                <a:spcPct val="110000"/>
              </a:lnSpc>
            </a:pPr>
            <a:r>
              <a:rPr lang="en-IN" sz="1300" dirty="0"/>
              <a:t>Interactive Slicers </a:t>
            </a:r>
          </a:p>
          <a:p>
            <a:pPr>
              <a:lnSpc>
                <a:spcPct val="110000"/>
              </a:lnSpc>
            </a:pPr>
            <a:r>
              <a:rPr lang="en-IN" sz="1300" dirty="0"/>
              <a:t>KPI Cards </a:t>
            </a:r>
          </a:p>
          <a:p>
            <a:pPr>
              <a:lnSpc>
                <a:spcPct val="110000"/>
              </a:lnSpc>
            </a:pPr>
            <a:r>
              <a:rPr lang="en-IN" sz="1300" dirty="0"/>
              <a:t>Revenue Analysis </a:t>
            </a:r>
          </a:p>
          <a:p>
            <a:pPr>
              <a:lnSpc>
                <a:spcPct val="110000"/>
              </a:lnSpc>
            </a:pPr>
            <a:r>
              <a:rPr lang="en-IN" sz="1300" dirty="0"/>
              <a:t>Appointment Analysis </a:t>
            </a:r>
          </a:p>
          <a:p>
            <a:pPr>
              <a:lnSpc>
                <a:spcPct val="110000"/>
              </a:lnSpc>
            </a:pPr>
            <a:r>
              <a:rPr lang="en-IN" sz="1300" dirty="0"/>
              <a:t>Treatment Analysis</a:t>
            </a:r>
          </a:p>
          <a:p>
            <a:pPr>
              <a:lnSpc>
                <a:spcPct val="110000"/>
              </a:lnSpc>
            </a:pP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1CD77D-BDFC-600B-E912-B611D262E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6580" y="1397876"/>
            <a:ext cx="8512882" cy="480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764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567D4-1B8D-C05D-F8C6-53C1913B2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685" y="492936"/>
            <a:ext cx="3493008" cy="989023"/>
          </a:xfrm>
        </p:spPr>
        <p:txBody>
          <a:bodyPr anchor="t">
            <a:normAutofit/>
          </a:bodyPr>
          <a:lstStyle/>
          <a:p>
            <a:pPr algn="ctr"/>
            <a:r>
              <a:rPr lang="en-IN" dirty="0" err="1"/>
              <a:t>Kpi</a:t>
            </a:r>
            <a:r>
              <a:rPr lang="en-IN" dirty="0"/>
              <a:t>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084DF0-BE42-54FA-0F29-030B416BD1D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790866980"/>
              </p:ext>
            </p:extLst>
          </p:nvPr>
        </p:nvGraphicFramePr>
        <p:xfrm>
          <a:off x="5276193" y="1923392"/>
          <a:ext cx="6309255" cy="44143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B3C3202-42C1-077F-0B0D-1E763B24C6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099" y="0"/>
            <a:ext cx="6645216" cy="18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479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97374-930C-A5BC-4C5D-B68287124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/>
          <a:p>
            <a:r>
              <a:rPr lang="en-IN" dirty="0"/>
              <a:t>Operational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E1D569-B2F9-F6C3-35A1-A28BBA78C19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906116055"/>
              </p:ext>
            </p:extLst>
          </p:nvPr>
        </p:nvGraphicFramePr>
        <p:xfrm>
          <a:off x="7561005" y="640080"/>
          <a:ext cx="4024441" cy="5943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2897F84-301A-6F21-1156-2E08CBAB4C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9" y="4120058"/>
            <a:ext cx="4685844" cy="26900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8AB9FC-1FC7-CC72-9E83-3A5EDC9FDB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9" y="1978654"/>
            <a:ext cx="3614128" cy="19573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4DBB61-60F6-61DC-A9D3-BE21263A831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322" y="1802230"/>
            <a:ext cx="3718683" cy="23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562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09B07-665B-2936-6E25-3C9ACFDFD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6" y="640080"/>
            <a:ext cx="4515858" cy="1174792"/>
          </a:xfrm>
        </p:spPr>
        <p:txBody>
          <a:bodyPr anchor="t">
            <a:normAutofit/>
          </a:bodyPr>
          <a:lstStyle/>
          <a:p>
            <a:r>
              <a:rPr lang="en-IN" dirty="0"/>
              <a:t>Revenue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A51FD7-FE2E-938C-A3B4-1FAA186A819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166029996"/>
              </p:ext>
            </p:extLst>
          </p:nvPr>
        </p:nvGraphicFramePr>
        <p:xfrm>
          <a:off x="7662671" y="640079"/>
          <a:ext cx="3866958" cy="5860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F5F5E89-5B97-7A37-CD3F-E345217237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4872"/>
            <a:ext cx="3866957" cy="2221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F286CF-A86A-23CD-C5D2-52313D364D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957" y="2022373"/>
            <a:ext cx="3493008" cy="18060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9ED578-487C-776C-FBA5-E1B2FA8A6C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957" y="4642472"/>
            <a:ext cx="3795714" cy="1718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53CCD6-20AC-ECAB-2119-C489CD7796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821" y="4145045"/>
            <a:ext cx="3901778" cy="271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074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6AA8F-9FA5-2A92-D307-A01480B6A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995928" cy="1976996"/>
          </a:xfrm>
        </p:spPr>
        <p:txBody>
          <a:bodyPr anchor="t">
            <a:normAutofit/>
          </a:bodyPr>
          <a:lstStyle/>
          <a:p>
            <a:r>
              <a:rPr lang="en-IN" sz="2400" dirty="0"/>
              <a:t>Conclusion &amp;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3E6A4F-DAE9-DC60-E0F4-BA7D095A3C4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901466524"/>
              </p:ext>
            </p:extLst>
          </p:nvPr>
        </p:nvGraphicFramePr>
        <p:xfrm>
          <a:off x="4425696" y="640080"/>
          <a:ext cx="7159752" cy="5724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2263611"/>
      </p:ext>
    </p:extLst>
  </p:cSld>
  <p:clrMapOvr>
    <a:masterClrMapping/>
  </p:clrMapOvr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222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Neue Haas Grotesk Text Pro</vt:lpstr>
      <vt:lpstr>Oasis</vt:lpstr>
      <vt:lpstr>Hospital Management Dashboard</vt:lpstr>
      <vt:lpstr>Project overview</vt:lpstr>
      <vt:lpstr>Kpi overview</vt:lpstr>
      <vt:lpstr>Operational analysis</vt:lpstr>
      <vt:lpstr>Revenue Analysis</vt:lpstr>
      <vt:lpstr>Conclusion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derek dsliva</dc:creator>
  <cp:lastModifiedBy>derek dsliva</cp:lastModifiedBy>
  <cp:revision>1</cp:revision>
  <dcterms:created xsi:type="dcterms:W3CDTF">2026-07-13T14:39:20Z</dcterms:created>
  <dcterms:modified xsi:type="dcterms:W3CDTF">2026-07-13T15:09:55Z</dcterms:modified>
</cp:coreProperties>
</file>